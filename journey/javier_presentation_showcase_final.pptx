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notesMasterIdLst>
    <p:notesMasterId r:id="rId9"/>
  </p:notesMasterIdLst>
  <p:sldIdLst>
    <p:sldId id="262" r:id="rId2"/>
    <p:sldId id="263" r:id="rId3"/>
    <p:sldId id="267" r:id="rId4"/>
    <p:sldId id="258" r:id="rId5"/>
    <p:sldId id="265" r:id="rId6"/>
    <p:sldId id="260" r:id="rId7"/>
    <p:sldId id="266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65"/>
    <p:restoredTop sz="71787"/>
  </p:normalViewPr>
  <p:slideViewPr>
    <p:cSldViewPr snapToGrid="0" snapToObjects="1">
      <p:cViewPr>
        <p:scale>
          <a:sx n="44" d="100"/>
          <a:sy n="44" d="100"/>
        </p:scale>
        <p:origin x="2960" y="10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807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B957-7A65-3816-C602-1F894B0F8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55310-F31D-AA42-08A7-F70F9A029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F671A-177D-235F-E130-75B0BBFA2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303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E2489-9B07-1C79-DEA2-D7EB1C149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5CDFE-3C0F-C2A2-2BBB-15E162BCC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6615F-31E9-3D6A-3247-FBE469B16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r>
              <a:rPr lang="en-US" dirty="0"/>
              <a:t>Hi everyone, my name is Javier Napoles. //</a:t>
            </a:r>
          </a:p>
          <a:p>
            <a:endParaRPr lang="en-US" dirty="0"/>
          </a:p>
          <a:p>
            <a:r>
              <a:rPr lang="en-US" dirty="0"/>
              <a:t>I was born and raised in Venezuela and for the past 5 years I’ve been living here in Stamford. //</a:t>
            </a:r>
          </a:p>
          <a:p>
            <a:endParaRPr lang="en-US" dirty="0"/>
          </a:p>
          <a:p>
            <a:r>
              <a:rPr lang="en-US" dirty="0"/>
              <a:t>I’ve spent about 10 years working as a graphic designer, mostly focusing on design and video editing. But in my family, I was always the “tech guy” — the one curious about how things work and how to keep information safe.//</a:t>
            </a:r>
          </a:p>
          <a:p>
            <a:endParaRPr lang="en-US" dirty="0"/>
          </a:p>
          <a:p>
            <a:r>
              <a:rPr lang="en-US" dirty="0"/>
              <a:t>Outside of work, I’m into video games, music and movies. I would say I’m creative, I love learning new things, and I’m working on being more organized and disciplined.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96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r>
              <a:rPr lang="en-US" dirty="0"/>
              <a:t>In the short term, my main goal is to dive into cybersecurity and build up my SOC Analyst skills.//  That means learning to use SIEM tools, analyze alerts, triage incidents, and apply threat intelligence.</a:t>
            </a:r>
          </a:p>
          <a:p>
            <a:endParaRPr lang="en-US" dirty="0"/>
          </a:p>
          <a:p>
            <a:r>
              <a:rPr lang="en-US" dirty="0"/>
              <a:t>I’ve also learned it’s not just about technical skills. Communication and teamwork are just as important if you want to be effective in this field.</a:t>
            </a:r>
          </a:p>
          <a:p>
            <a:endParaRPr lang="en-US" dirty="0"/>
          </a:p>
          <a:p>
            <a:r>
              <a:rPr lang="en-US" dirty="0"/>
              <a:t>Looking ahead, I want to move into Network Security and eventually </a:t>
            </a:r>
            <a:r>
              <a:rPr lang="en-US" dirty="0" err="1"/>
              <a:t>Pentesting</a:t>
            </a:r>
            <a:r>
              <a:rPr lang="en-US" dirty="0"/>
              <a:t>. That way, I will understand both sides, How to defend networks and how to test their weaknesses.</a:t>
            </a:r>
          </a:p>
        </p:txBody>
      </p:sp>
    </p:spTree>
    <p:extLst>
      <p:ext uri="{BB962C8B-B14F-4D97-AF65-F5344CB8AC3E}">
        <p14:creationId xmlns:p14="http://schemas.microsoft.com/office/powerpoint/2010/main" val="3213865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 chose cybersecurity because it’s a field where you never stop learning. // </a:t>
            </a:r>
          </a:p>
          <a:p>
            <a:endParaRPr lang="en-US" dirty="0"/>
          </a:p>
          <a:p>
            <a:r>
              <a:rPr lang="en-US" dirty="0"/>
              <a:t>Every day brings something new—different problems, different threats, and the chance to find creative solutions. //</a:t>
            </a:r>
          </a:p>
          <a:p>
            <a:endParaRPr lang="en-US" dirty="0"/>
          </a:p>
          <a:p>
            <a:r>
              <a:rPr lang="en-US" dirty="0"/>
              <a:t>What excites me the most is that curiosity and adaptability really matter here and those are traits I’ve always connected with.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Right now, I’m working on a project I named Divide &amp; Defend: A SOC Lab Project. It simulates the responsibilities of a SOC Analyst.</a:t>
            </a:r>
          </a:p>
          <a:p>
            <a:endParaRPr lang="en-US" dirty="0"/>
          </a:p>
          <a:p>
            <a:r>
              <a:rPr lang="en-US" dirty="0"/>
              <a:t>My role is to analyze alerts, use SIEM tools, triage incidents, and apply threat intelligence.</a:t>
            </a:r>
          </a:p>
          <a:p>
            <a:endParaRPr lang="en-US" dirty="0"/>
          </a:p>
          <a:p>
            <a:r>
              <a:rPr lang="en-US" dirty="0"/>
              <a:t>The biggest challenge has been learning so much in such a short time, but this has pushed me to adapt quickly and stay focused.</a:t>
            </a:r>
          </a:p>
          <a:p>
            <a:endParaRPr lang="en-US" dirty="0"/>
          </a:p>
          <a:p>
            <a:r>
              <a:rPr lang="en-US" dirty="0"/>
              <a:t>What I enjoy most is applying theory to real-world practice.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77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To wrap up// </a:t>
            </a:r>
          </a:p>
          <a:p>
            <a:r>
              <a:rPr lang="en-US" dirty="0"/>
              <a:t>my goal is to keep growing as a cybersecurity professional, combining creativity with problem-solving.</a:t>
            </a:r>
          </a:p>
          <a:p>
            <a:endParaRPr lang="en-US" dirty="0"/>
          </a:p>
          <a:p>
            <a:r>
              <a:rPr lang="en-US" dirty="0"/>
              <a:t>For me, this career path isn’t just about protecting digital environments, it’s also about building a better future for myself, while continuing to learn and improve every day.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788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023F-72AE-18F5-456F-E5988AE2C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2CB3C7-3F81-97F5-4EFF-F24C0FAE0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D663F-56E2-D0AC-82FF-310644AA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979E9-D71B-57B2-4DB2-03259BBA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D429C-3D12-BD29-24A8-F28B849E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37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CBD2-8933-996B-0EDB-AA0B89684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14BC-2B1D-496E-D925-6D801FDC4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0BB48-3B65-10DC-250B-6AD35F49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F6859-9AB6-B075-75E0-428A007C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19487-2218-5609-3CEA-40D29C196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3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3251-21E8-E079-1AA5-41B9EBA46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8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817EB-FD0B-96B2-11A3-3BD6424DF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35401-258F-C88F-37B6-A1C86AB2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7A46D-2AFF-A498-24D0-129F81EEA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9E11C-7801-E74F-9464-42B111FC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91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37993-A41F-CF34-BB04-77952428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776B9-6FF1-A4D9-44FF-424E0A838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43CE5-2775-C695-F939-CE99A28C2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BE12E-BAA3-71C5-1D92-7158E141B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22CD0-6745-4439-9CF7-EC4D7540F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39E79-7AE9-CA49-8CF9-1BEE68D8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445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5703-32DE-0B98-2FC9-8ADA4D8EE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15B0B-A489-A305-44C2-F9E8DB9AD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51B1D-FFD4-8D74-5FA8-A658EEA0F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38D3A5-70CA-79FB-348A-EEC8CEB51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14AD6F-622A-894F-E7F3-7D23E3BAB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88A895-AD74-C91B-AAFA-3F43EAA0B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4D5108-B881-4630-37DD-AEDF9871F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02C0C9-2129-8B47-862F-81F40AC1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5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C7F7C-AAE2-81B9-C380-49EFE50D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54A7E6-B7E6-1F04-6AF3-3D2F5D50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F403C8-4728-3ABA-5A3E-ED3EDE88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1C46E-A173-AD86-322D-9816A1AF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9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D6736F-E9C4-BE4B-38E7-6BB146C8D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0C526F-7A5A-4054-1115-CC00453FE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9E59A-E78A-45B9-3607-48A1261BC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63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B096A-813A-16FC-B808-5B8CAA91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436B0-F88C-3544-6DA1-E775FB438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5BFD7-E4C7-28D4-A7ED-E07D22916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6C3AD-6F3E-E13C-CD55-2CED204F6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8C5D5-B97E-8DFA-01C9-B545A7195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7E23C-CF77-FF5F-094B-FDB1F8F5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83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9D5C9-7BF4-8E09-F736-B2BE8CE44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2E2A3-31E3-7C5B-9581-C60EFCEDB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B526F-E160-4004-AB9C-8061305F6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267D0-BD29-BBCC-D17A-FE0A7044D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D8765-8D3A-047C-B869-9D09A71B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A33ED-600C-E253-24C9-B59466CA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90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2052C-C546-199F-081B-5598BFFB9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B6B2D-4637-AC82-A233-6435380C0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66431-27E0-0B28-F3BB-D02C18B11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A7B39-2B66-DA16-0B03-C2045AB78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72AEE-78DB-EB63-5C3C-371C2ECA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7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9A0CB-302F-63E8-C19D-C85BA95C7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EC354-3803-5E52-4117-D9B8ADE10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EF9B3-F57F-657C-F8F7-A2FD01F74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09453-F1DA-475D-10B2-A1240EAE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A0BC0-4C3E-823D-84AF-D0CF50B5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90967B-3D19-835D-CD2A-009A9FB0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BBDBD-C3E7-B67C-A20E-634B37974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BBA7E-79D6-D995-D725-C8545843F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C83A-5206-9B54-BDDB-3A6A7D0CA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7D038-6B1E-E930-C231-B93C1A4F8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19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napfx.github.io/Javier-6-months-project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C194E-6E64-7B62-19A0-CD73DBA07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ckground with a shield and a keyhole&#10;&#10;AI-generated content may be incorrect.">
            <a:extLst>
              <a:ext uri="{FF2B5EF4-FFF2-40B4-BE49-F238E27FC236}">
                <a16:creationId xmlns:a16="http://schemas.microsoft.com/office/drawing/2014/main" id="{44EC0CED-AF3D-860F-144C-1E7D344F5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14571" y="0"/>
            <a:ext cx="19658272" cy="71142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A56E38-DA54-1988-FDBC-D1BFA84C3176}"/>
              </a:ext>
            </a:extLst>
          </p:cNvPr>
          <p:cNvSpPr txBox="1"/>
          <p:nvPr/>
        </p:nvSpPr>
        <p:spPr>
          <a:xfrm>
            <a:off x="5039561" y="0"/>
            <a:ext cx="12644070" cy="7114211"/>
          </a:xfrm>
          <a:custGeom>
            <a:avLst/>
            <a:gdLst/>
            <a:ahLst/>
            <a:cxnLst/>
            <a:rect l="l" t="t" r="r" b="b"/>
            <a:pathLst>
              <a:path w="12644070" h="7114211">
                <a:moveTo>
                  <a:pt x="6327978" y="4106770"/>
                </a:moveTo>
                <a:cubicBezTo>
                  <a:pt x="6317006" y="4106770"/>
                  <a:pt x="6306604" y="4108827"/>
                  <a:pt x="6296774" y="4112942"/>
                </a:cubicBezTo>
                <a:cubicBezTo>
                  <a:pt x="6286944" y="4117057"/>
                  <a:pt x="6278372" y="4122772"/>
                  <a:pt x="6271057" y="4130087"/>
                </a:cubicBezTo>
                <a:cubicBezTo>
                  <a:pt x="6263742" y="4137402"/>
                  <a:pt x="6258027" y="4145975"/>
                  <a:pt x="6253912" y="4155804"/>
                </a:cubicBezTo>
                <a:cubicBezTo>
                  <a:pt x="6249796" y="4165634"/>
                  <a:pt x="6247740" y="4176036"/>
                  <a:pt x="6247740" y="4187008"/>
                </a:cubicBezTo>
                <a:cubicBezTo>
                  <a:pt x="6247740" y="4197981"/>
                  <a:pt x="6249796" y="4208382"/>
                  <a:pt x="6253912" y="4218212"/>
                </a:cubicBezTo>
                <a:cubicBezTo>
                  <a:pt x="6258027" y="4228042"/>
                  <a:pt x="6263742" y="4236615"/>
                  <a:pt x="6271057" y="4243930"/>
                </a:cubicBezTo>
                <a:cubicBezTo>
                  <a:pt x="6278372" y="4251245"/>
                  <a:pt x="6286944" y="4256960"/>
                  <a:pt x="6296774" y="4261075"/>
                </a:cubicBezTo>
                <a:cubicBezTo>
                  <a:pt x="6306604" y="4265190"/>
                  <a:pt x="6317006" y="4267247"/>
                  <a:pt x="6327978" y="4267247"/>
                </a:cubicBezTo>
                <a:cubicBezTo>
                  <a:pt x="6338951" y="4267247"/>
                  <a:pt x="6349353" y="4265190"/>
                  <a:pt x="6359182" y="4261075"/>
                </a:cubicBezTo>
                <a:cubicBezTo>
                  <a:pt x="6369012" y="4256960"/>
                  <a:pt x="6377584" y="4251245"/>
                  <a:pt x="6384900" y="4243930"/>
                </a:cubicBezTo>
                <a:cubicBezTo>
                  <a:pt x="6392215" y="4236615"/>
                  <a:pt x="6397930" y="4228042"/>
                  <a:pt x="6402045" y="4218212"/>
                </a:cubicBezTo>
                <a:cubicBezTo>
                  <a:pt x="6406160" y="4208382"/>
                  <a:pt x="6408216" y="4197981"/>
                  <a:pt x="6408216" y="4187008"/>
                </a:cubicBezTo>
                <a:cubicBezTo>
                  <a:pt x="6408216" y="4176036"/>
                  <a:pt x="6406160" y="4165634"/>
                  <a:pt x="6402045" y="4155804"/>
                </a:cubicBezTo>
                <a:cubicBezTo>
                  <a:pt x="6397930" y="4145975"/>
                  <a:pt x="6392215" y="4137402"/>
                  <a:pt x="6384900" y="4130087"/>
                </a:cubicBezTo>
                <a:cubicBezTo>
                  <a:pt x="6377584" y="4122772"/>
                  <a:pt x="6369012" y="4117057"/>
                  <a:pt x="6359182" y="4112942"/>
                </a:cubicBezTo>
                <a:cubicBezTo>
                  <a:pt x="6349353" y="4108827"/>
                  <a:pt x="6338951" y="4106770"/>
                  <a:pt x="6327978" y="4106770"/>
                </a:cubicBezTo>
                <a:close/>
                <a:moveTo>
                  <a:pt x="4399432" y="3997042"/>
                </a:moveTo>
                <a:cubicBezTo>
                  <a:pt x="4410862" y="3997042"/>
                  <a:pt x="4421492" y="3999213"/>
                  <a:pt x="4431322" y="4003557"/>
                </a:cubicBezTo>
                <a:cubicBezTo>
                  <a:pt x="4441152" y="4007900"/>
                  <a:pt x="4449724" y="4013730"/>
                  <a:pt x="4457040" y="4021045"/>
                </a:cubicBezTo>
                <a:cubicBezTo>
                  <a:pt x="4464355" y="4028360"/>
                  <a:pt x="4469955" y="4036932"/>
                  <a:pt x="4473842" y="4046762"/>
                </a:cubicBezTo>
                <a:cubicBezTo>
                  <a:pt x="4477728" y="4056592"/>
                  <a:pt x="4479671" y="4066993"/>
                  <a:pt x="4479671" y="4077966"/>
                </a:cubicBezTo>
                <a:cubicBezTo>
                  <a:pt x="4479671" y="4088482"/>
                  <a:pt x="4477500" y="4098540"/>
                  <a:pt x="4473156" y="4108141"/>
                </a:cubicBezTo>
                <a:cubicBezTo>
                  <a:pt x="4468813" y="4117743"/>
                  <a:pt x="4463098" y="4126201"/>
                  <a:pt x="4456011" y="4133516"/>
                </a:cubicBezTo>
                <a:cubicBezTo>
                  <a:pt x="4448924" y="4140831"/>
                  <a:pt x="4440581" y="4146546"/>
                  <a:pt x="4430980" y="4150661"/>
                </a:cubicBezTo>
                <a:cubicBezTo>
                  <a:pt x="4421378" y="4154776"/>
                  <a:pt x="4411091" y="4156833"/>
                  <a:pt x="4400118" y="4156833"/>
                </a:cubicBezTo>
                <a:cubicBezTo>
                  <a:pt x="4389146" y="4156833"/>
                  <a:pt x="4378744" y="4154661"/>
                  <a:pt x="4368915" y="4150318"/>
                </a:cubicBezTo>
                <a:cubicBezTo>
                  <a:pt x="4359084" y="4145975"/>
                  <a:pt x="4350512" y="4140260"/>
                  <a:pt x="4343197" y="4133173"/>
                </a:cubicBezTo>
                <a:cubicBezTo>
                  <a:pt x="4335882" y="4126086"/>
                  <a:pt x="4330166" y="4117743"/>
                  <a:pt x="4326052" y="4108141"/>
                </a:cubicBezTo>
                <a:cubicBezTo>
                  <a:pt x="4321937" y="4098540"/>
                  <a:pt x="4319880" y="4088253"/>
                  <a:pt x="4319880" y="4077280"/>
                </a:cubicBezTo>
                <a:cubicBezTo>
                  <a:pt x="4319880" y="4066308"/>
                  <a:pt x="4322051" y="4055906"/>
                  <a:pt x="4326395" y="4046076"/>
                </a:cubicBezTo>
                <a:cubicBezTo>
                  <a:pt x="4330738" y="4036247"/>
                  <a:pt x="4336453" y="4027674"/>
                  <a:pt x="4343540" y="4020359"/>
                </a:cubicBezTo>
                <a:cubicBezTo>
                  <a:pt x="4350626" y="4013044"/>
                  <a:pt x="4358970" y="4007329"/>
                  <a:pt x="4368572" y="4003214"/>
                </a:cubicBezTo>
                <a:cubicBezTo>
                  <a:pt x="4378173" y="3999099"/>
                  <a:pt x="4388460" y="3997042"/>
                  <a:pt x="4399432" y="3997042"/>
                </a:cubicBezTo>
                <a:close/>
                <a:moveTo>
                  <a:pt x="3918382" y="3997042"/>
                </a:moveTo>
                <a:cubicBezTo>
                  <a:pt x="3929354" y="3997042"/>
                  <a:pt x="3939756" y="3999099"/>
                  <a:pt x="3949586" y="4003214"/>
                </a:cubicBezTo>
                <a:cubicBezTo>
                  <a:pt x="3959415" y="4007329"/>
                  <a:pt x="3967874" y="4013044"/>
                  <a:pt x="3974960" y="4020359"/>
                </a:cubicBezTo>
                <a:cubicBezTo>
                  <a:pt x="3982047" y="4027674"/>
                  <a:pt x="3987762" y="4036247"/>
                  <a:pt x="3992106" y="4046076"/>
                </a:cubicBezTo>
                <a:cubicBezTo>
                  <a:pt x="3996449" y="4055906"/>
                  <a:pt x="3998620" y="4066308"/>
                  <a:pt x="3998620" y="4077280"/>
                </a:cubicBezTo>
                <a:cubicBezTo>
                  <a:pt x="3998620" y="4088253"/>
                  <a:pt x="3996449" y="4098540"/>
                  <a:pt x="3992106" y="4108141"/>
                </a:cubicBezTo>
                <a:cubicBezTo>
                  <a:pt x="3987762" y="4117743"/>
                  <a:pt x="3982047" y="4126201"/>
                  <a:pt x="3974960" y="4133516"/>
                </a:cubicBezTo>
                <a:cubicBezTo>
                  <a:pt x="3967874" y="4140831"/>
                  <a:pt x="3959415" y="4146546"/>
                  <a:pt x="3949586" y="4150661"/>
                </a:cubicBezTo>
                <a:cubicBezTo>
                  <a:pt x="3939756" y="4154776"/>
                  <a:pt x="3929354" y="4156833"/>
                  <a:pt x="3918382" y="4156833"/>
                </a:cubicBezTo>
                <a:cubicBezTo>
                  <a:pt x="3906952" y="4156833"/>
                  <a:pt x="3896322" y="4154776"/>
                  <a:pt x="3886492" y="4150661"/>
                </a:cubicBezTo>
                <a:cubicBezTo>
                  <a:pt x="3876662" y="4146546"/>
                  <a:pt x="3868204" y="4140831"/>
                  <a:pt x="3861118" y="4133516"/>
                </a:cubicBezTo>
                <a:cubicBezTo>
                  <a:pt x="3854031" y="4126201"/>
                  <a:pt x="3848430" y="4117628"/>
                  <a:pt x="3844315" y="4107798"/>
                </a:cubicBezTo>
                <a:cubicBezTo>
                  <a:pt x="3840200" y="4097969"/>
                  <a:pt x="3838143" y="4087339"/>
                  <a:pt x="3838143" y="4075909"/>
                </a:cubicBezTo>
                <a:cubicBezTo>
                  <a:pt x="3838143" y="4064936"/>
                  <a:pt x="3840200" y="4054763"/>
                  <a:pt x="3844315" y="4045391"/>
                </a:cubicBezTo>
                <a:cubicBezTo>
                  <a:pt x="3848430" y="4036018"/>
                  <a:pt x="3854031" y="4027674"/>
                  <a:pt x="3861118" y="4020359"/>
                </a:cubicBezTo>
                <a:cubicBezTo>
                  <a:pt x="3868204" y="4013044"/>
                  <a:pt x="3876662" y="4007329"/>
                  <a:pt x="3886492" y="4003214"/>
                </a:cubicBezTo>
                <a:cubicBezTo>
                  <a:pt x="3896322" y="3999099"/>
                  <a:pt x="3906952" y="3997042"/>
                  <a:pt x="3918382" y="3997042"/>
                </a:cubicBezTo>
                <a:close/>
                <a:moveTo>
                  <a:pt x="1146607" y="3997042"/>
                </a:moveTo>
                <a:cubicBezTo>
                  <a:pt x="1157580" y="3997042"/>
                  <a:pt x="1167981" y="3999099"/>
                  <a:pt x="1177811" y="4003214"/>
                </a:cubicBezTo>
                <a:cubicBezTo>
                  <a:pt x="1187641" y="4007329"/>
                  <a:pt x="1196099" y="4013044"/>
                  <a:pt x="1203185" y="4020359"/>
                </a:cubicBezTo>
                <a:cubicBezTo>
                  <a:pt x="1210272" y="4027674"/>
                  <a:pt x="1215987" y="4036247"/>
                  <a:pt x="1220331" y="4046076"/>
                </a:cubicBezTo>
                <a:cubicBezTo>
                  <a:pt x="1224674" y="4055906"/>
                  <a:pt x="1226845" y="4066308"/>
                  <a:pt x="1226845" y="4077280"/>
                </a:cubicBezTo>
                <a:cubicBezTo>
                  <a:pt x="1226845" y="4088253"/>
                  <a:pt x="1224674" y="4098540"/>
                  <a:pt x="1220331" y="4108141"/>
                </a:cubicBezTo>
                <a:cubicBezTo>
                  <a:pt x="1215987" y="4117743"/>
                  <a:pt x="1210272" y="4126201"/>
                  <a:pt x="1203185" y="4133516"/>
                </a:cubicBezTo>
                <a:cubicBezTo>
                  <a:pt x="1196099" y="4140831"/>
                  <a:pt x="1187641" y="4146546"/>
                  <a:pt x="1177811" y="4150661"/>
                </a:cubicBezTo>
                <a:cubicBezTo>
                  <a:pt x="1167981" y="4154776"/>
                  <a:pt x="1157580" y="4156833"/>
                  <a:pt x="1146607" y="4156833"/>
                </a:cubicBezTo>
                <a:cubicBezTo>
                  <a:pt x="1135177" y="4156833"/>
                  <a:pt x="1124547" y="4154776"/>
                  <a:pt x="1114718" y="4150661"/>
                </a:cubicBezTo>
                <a:cubicBezTo>
                  <a:pt x="1104888" y="4146546"/>
                  <a:pt x="1096429" y="4140831"/>
                  <a:pt x="1089343" y="4133516"/>
                </a:cubicBezTo>
                <a:cubicBezTo>
                  <a:pt x="1082256" y="4126201"/>
                  <a:pt x="1076655" y="4117628"/>
                  <a:pt x="1072541" y="4107798"/>
                </a:cubicBezTo>
                <a:cubicBezTo>
                  <a:pt x="1068426" y="4097969"/>
                  <a:pt x="1066369" y="4087339"/>
                  <a:pt x="1066369" y="4075909"/>
                </a:cubicBezTo>
                <a:cubicBezTo>
                  <a:pt x="1066369" y="4064936"/>
                  <a:pt x="1068426" y="4054763"/>
                  <a:pt x="1072541" y="4045391"/>
                </a:cubicBezTo>
                <a:cubicBezTo>
                  <a:pt x="1076655" y="4036018"/>
                  <a:pt x="1082256" y="4027674"/>
                  <a:pt x="1089343" y="4020359"/>
                </a:cubicBezTo>
                <a:cubicBezTo>
                  <a:pt x="1096429" y="4013044"/>
                  <a:pt x="1104888" y="4007329"/>
                  <a:pt x="1114718" y="4003214"/>
                </a:cubicBezTo>
                <a:cubicBezTo>
                  <a:pt x="1124547" y="3999099"/>
                  <a:pt x="1135177" y="3997042"/>
                  <a:pt x="1146607" y="3997042"/>
                </a:cubicBezTo>
                <a:close/>
                <a:moveTo>
                  <a:pt x="4872940" y="3995670"/>
                </a:moveTo>
                <a:cubicBezTo>
                  <a:pt x="4883912" y="3995670"/>
                  <a:pt x="4894314" y="3997728"/>
                  <a:pt x="4904144" y="4001842"/>
                </a:cubicBezTo>
                <a:cubicBezTo>
                  <a:pt x="4913973" y="4005957"/>
                  <a:pt x="4922431" y="4011672"/>
                  <a:pt x="4929518" y="4018987"/>
                </a:cubicBezTo>
                <a:cubicBezTo>
                  <a:pt x="4936604" y="4026303"/>
                  <a:pt x="4942319" y="4034875"/>
                  <a:pt x="4946663" y="4044705"/>
                </a:cubicBezTo>
                <a:cubicBezTo>
                  <a:pt x="4951006" y="4054535"/>
                  <a:pt x="4953178" y="4064936"/>
                  <a:pt x="4953178" y="4075909"/>
                </a:cubicBezTo>
                <a:cubicBezTo>
                  <a:pt x="4953178" y="4087339"/>
                  <a:pt x="4951006" y="4097969"/>
                  <a:pt x="4946663" y="4107798"/>
                </a:cubicBezTo>
                <a:cubicBezTo>
                  <a:pt x="4942319" y="4117628"/>
                  <a:pt x="4936604" y="4126201"/>
                  <a:pt x="4929518" y="4133516"/>
                </a:cubicBezTo>
                <a:cubicBezTo>
                  <a:pt x="4922431" y="4140831"/>
                  <a:pt x="4913973" y="4146546"/>
                  <a:pt x="4904144" y="4150661"/>
                </a:cubicBezTo>
                <a:cubicBezTo>
                  <a:pt x="4894314" y="4154776"/>
                  <a:pt x="4883912" y="4156833"/>
                  <a:pt x="4872940" y="4156833"/>
                </a:cubicBezTo>
                <a:cubicBezTo>
                  <a:pt x="4861966" y="4156833"/>
                  <a:pt x="4851566" y="4154776"/>
                  <a:pt x="4841736" y="4150661"/>
                </a:cubicBezTo>
                <a:cubicBezTo>
                  <a:pt x="4831906" y="4146546"/>
                  <a:pt x="4823448" y="4140831"/>
                  <a:pt x="4816361" y="4133516"/>
                </a:cubicBezTo>
                <a:cubicBezTo>
                  <a:pt x="4809274" y="4126201"/>
                  <a:pt x="4803559" y="4117628"/>
                  <a:pt x="4799216" y="4107798"/>
                </a:cubicBezTo>
                <a:cubicBezTo>
                  <a:pt x="4794872" y="4097969"/>
                  <a:pt x="4792700" y="4087110"/>
                  <a:pt x="4792701" y="4075223"/>
                </a:cubicBezTo>
                <a:cubicBezTo>
                  <a:pt x="4792700" y="4064250"/>
                  <a:pt x="4794872" y="4053963"/>
                  <a:pt x="4799216" y="4044362"/>
                </a:cubicBezTo>
                <a:cubicBezTo>
                  <a:pt x="4803559" y="4034761"/>
                  <a:pt x="4809274" y="4026303"/>
                  <a:pt x="4816361" y="4018987"/>
                </a:cubicBezTo>
                <a:cubicBezTo>
                  <a:pt x="4823448" y="4011672"/>
                  <a:pt x="4831906" y="4005957"/>
                  <a:pt x="4841736" y="4001842"/>
                </a:cubicBezTo>
                <a:cubicBezTo>
                  <a:pt x="4851566" y="3997728"/>
                  <a:pt x="4861966" y="3995670"/>
                  <a:pt x="4872940" y="3995670"/>
                </a:cubicBezTo>
                <a:close/>
                <a:moveTo>
                  <a:pt x="5546395" y="3968238"/>
                </a:moveTo>
                <a:cubicBezTo>
                  <a:pt x="5564682" y="3968238"/>
                  <a:pt x="5580228" y="3973496"/>
                  <a:pt x="5593029" y="3984012"/>
                </a:cubicBezTo>
                <a:cubicBezTo>
                  <a:pt x="5605831" y="3994527"/>
                  <a:pt x="5614289" y="4008472"/>
                  <a:pt x="5618404" y="4025845"/>
                </a:cubicBezTo>
                <a:lnTo>
                  <a:pt x="5476444" y="4025845"/>
                </a:lnTo>
                <a:cubicBezTo>
                  <a:pt x="5479643" y="4007557"/>
                  <a:pt x="5487302" y="3993384"/>
                  <a:pt x="5499418" y="3983326"/>
                </a:cubicBezTo>
                <a:cubicBezTo>
                  <a:pt x="5511533" y="3973267"/>
                  <a:pt x="5527192" y="3968238"/>
                  <a:pt x="5546395" y="3968238"/>
                </a:cubicBezTo>
                <a:close/>
                <a:moveTo>
                  <a:pt x="2269795" y="3968238"/>
                </a:moveTo>
                <a:cubicBezTo>
                  <a:pt x="2288084" y="3968238"/>
                  <a:pt x="2303628" y="3973496"/>
                  <a:pt x="2316429" y="3984012"/>
                </a:cubicBezTo>
                <a:cubicBezTo>
                  <a:pt x="2329231" y="3994527"/>
                  <a:pt x="2337689" y="4008472"/>
                  <a:pt x="2341804" y="4025845"/>
                </a:cubicBezTo>
                <a:lnTo>
                  <a:pt x="2199844" y="4025845"/>
                </a:lnTo>
                <a:cubicBezTo>
                  <a:pt x="2203044" y="4007557"/>
                  <a:pt x="2210702" y="3993384"/>
                  <a:pt x="2222818" y="3983326"/>
                </a:cubicBezTo>
                <a:cubicBezTo>
                  <a:pt x="2234933" y="3973267"/>
                  <a:pt x="2250592" y="3968238"/>
                  <a:pt x="2269795" y="3968238"/>
                </a:cubicBezTo>
                <a:close/>
                <a:moveTo>
                  <a:pt x="1875079" y="3901030"/>
                </a:moveTo>
                <a:lnTo>
                  <a:pt x="1875079" y="4252845"/>
                </a:lnTo>
                <a:lnTo>
                  <a:pt x="1999209" y="4252845"/>
                </a:lnTo>
                <a:lnTo>
                  <a:pt x="1999209" y="3901030"/>
                </a:lnTo>
                <a:close/>
                <a:moveTo>
                  <a:pt x="1384884" y="3901030"/>
                </a:moveTo>
                <a:lnTo>
                  <a:pt x="1565935" y="4252845"/>
                </a:lnTo>
                <a:lnTo>
                  <a:pt x="1648917" y="4252845"/>
                </a:lnTo>
                <a:lnTo>
                  <a:pt x="1832026" y="3901030"/>
                </a:lnTo>
                <a:lnTo>
                  <a:pt x="1693494" y="3901030"/>
                </a:lnTo>
                <a:lnTo>
                  <a:pt x="1608455" y="4081395"/>
                </a:lnTo>
                <a:lnTo>
                  <a:pt x="1524787" y="3901030"/>
                </a:lnTo>
                <a:close/>
                <a:moveTo>
                  <a:pt x="2772334" y="3893486"/>
                </a:moveTo>
                <a:cubicBezTo>
                  <a:pt x="2746731" y="3893486"/>
                  <a:pt x="2724328" y="3899087"/>
                  <a:pt x="2705126" y="3910288"/>
                </a:cubicBezTo>
                <a:cubicBezTo>
                  <a:pt x="2685923" y="3921489"/>
                  <a:pt x="2669692" y="3937606"/>
                  <a:pt x="2656434" y="3958637"/>
                </a:cubicBezTo>
                <a:lnTo>
                  <a:pt x="2656434" y="3901030"/>
                </a:lnTo>
                <a:lnTo>
                  <a:pt x="2532305" y="3901030"/>
                </a:lnTo>
                <a:lnTo>
                  <a:pt x="2532305" y="4252845"/>
                </a:lnTo>
                <a:lnTo>
                  <a:pt x="2656434" y="4252845"/>
                </a:lnTo>
                <a:lnTo>
                  <a:pt x="2656434" y="4101969"/>
                </a:lnTo>
                <a:cubicBezTo>
                  <a:pt x="2656434" y="4069051"/>
                  <a:pt x="2663634" y="4044019"/>
                  <a:pt x="2678037" y="4026874"/>
                </a:cubicBezTo>
                <a:cubicBezTo>
                  <a:pt x="2692439" y="4009729"/>
                  <a:pt x="2714041" y="4001157"/>
                  <a:pt x="2742845" y="4001157"/>
                </a:cubicBezTo>
                <a:cubicBezTo>
                  <a:pt x="2762047" y="4001157"/>
                  <a:pt x="2779878" y="4005271"/>
                  <a:pt x="2796337" y="4013501"/>
                </a:cubicBezTo>
                <a:lnTo>
                  <a:pt x="2796337" y="3894858"/>
                </a:lnTo>
                <a:cubicBezTo>
                  <a:pt x="2791308" y="3893943"/>
                  <a:pt x="2786850" y="3893486"/>
                  <a:pt x="2782964" y="3893486"/>
                </a:cubicBezTo>
                <a:cubicBezTo>
                  <a:pt x="2779078" y="3893486"/>
                  <a:pt x="2775534" y="3893486"/>
                  <a:pt x="2772334" y="3893486"/>
                </a:cubicBezTo>
                <a:close/>
                <a:moveTo>
                  <a:pt x="4431665" y="3890057"/>
                </a:moveTo>
                <a:cubicBezTo>
                  <a:pt x="4385945" y="3890057"/>
                  <a:pt x="4349826" y="3906745"/>
                  <a:pt x="4323309" y="3940120"/>
                </a:cubicBezTo>
                <a:lnTo>
                  <a:pt x="4323309" y="3901030"/>
                </a:lnTo>
                <a:lnTo>
                  <a:pt x="4199179" y="3901030"/>
                </a:lnTo>
                <a:lnTo>
                  <a:pt x="4199179" y="4428410"/>
                </a:lnTo>
                <a:lnTo>
                  <a:pt x="4323309" y="4428410"/>
                </a:lnTo>
                <a:lnTo>
                  <a:pt x="4323309" y="4218555"/>
                </a:lnTo>
                <a:cubicBezTo>
                  <a:pt x="4352570" y="4248730"/>
                  <a:pt x="4389146" y="4263818"/>
                  <a:pt x="4433037" y="4263818"/>
                </a:cubicBezTo>
                <a:cubicBezTo>
                  <a:pt x="4458183" y="4263818"/>
                  <a:pt x="4481500" y="4259017"/>
                  <a:pt x="4502988" y="4249416"/>
                </a:cubicBezTo>
                <a:cubicBezTo>
                  <a:pt x="4524477" y="4239815"/>
                  <a:pt x="4543108" y="4226556"/>
                  <a:pt x="4558881" y="4209640"/>
                </a:cubicBezTo>
                <a:cubicBezTo>
                  <a:pt x="4574654" y="4192723"/>
                  <a:pt x="4586999" y="4173064"/>
                  <a:pt x="4595914" y="4150661"/>
                </a:cubicBezTo>
                <a:cubicBezTo>
                  <a:pt x="4604830" y="4128258"/>
                  <a:pt x="4609287" y="4104027"/>
                  <a:pt x="4609287" y="4077966"/>
                </a:cubicBezTo>
                <a:cubicBezTo>
                  <a:pt x="4609287" y="4051906"/>
                  <a:pt x="4604830" y="4027446"/>
                  <a:pt x="4595914" y="4004586"/>
                </a:cubicBezTo>
                <a:cubicBezTo>
                  <a:pt x="4586999" y="3981726"/>
                  <a:pt x="4574540" y="3961837"/>
                  <a:pt x="4558538" y="3944921"/>
                </a:cubicBezTo>
                <a:cubicBezTo>
                  <a:pt x="4542536" y="3928005"/>
                  <a:pt x="4523677" y="3914631"/>
                  <a:pt x="4501960" y="3904802"/>
                </a:cubicBezTo>
                <a:cubicBezTo>
                  <a:pt x="4480242" y="3894972"/>
                  <a:pt x="4456811" y="3890057"/>
                  <a:pt x="4431665" y="3890057"/>
                </a:cubicBezTo>
                <a:close/>
                <a:moveTo>
                  <a:pt x="3885464" y="3890057"/>
                </a:moveTo>
                <a:cubicBezTo>
                  <a:pt x="3859403" y="3890057"/>
                  <a:pt x="3835629" y="3894972"/>
                  <a:pt x="3814140" y="3904802"/>
                </a:cubicBezTo>
                <a:cubicBezTo>
                  <a:pt x="3792652" y="3914631"/>
                  <a:pt x="3774135" y="3928005"/>
                  <a:pt x="3758590" y="3944921"/>
                </a:cubicBezTo>
                <a:cubicBezTo>
                  <a:pt x="3743046" y="3961837"/>
                  <a:pt x="3730930" y="3981611"/>
                  <a:pt x="3722243" y="4004243"/>
                </a:cubicBezTo>
                <a:cubicBezTo>
                  <a:pt x="3713556" y="4026874"/>
                  <a:pt x="3709212" y="4050763"/>
                  <a:pt x="3709212" y="4075909"/>
                </a:cubicBezTo>
                <a:cubicBezTo>
                  <a:pt x="3709212" y="4102884"/>
                  <a:pt x="3713670" y="4127801"/>
                  <a:pt x="3722586" y="4150661"/>
                </a:cubicBezTo>
                <a:cubicBezTo>
                  <a:pt x="3731501" y="4173521"/>
                  <a:pt x="3743960" y="4193409"/>
                  <a:pt x="3759962" y="4210326"/>
                </a:cubicBezTo>
                <a:cubicBezTo>
                  <a:pt x="3775964" y="4227242"/>
                  <a:pt x="3794709" y="4240386"/>
                  <a:pt x="3816198" y="4249759"/>
                </a:cubicBezTo>
                <a:cubicBezTo>
                  <a:pt x="3837686" y="4259132"/>
                  <a:pt x="3861232" y="4263818"/>
                  <a:pt x="3886835" y="4263818"/>
                </a:cubicBezTo>
                <a:cubicBezTo>
                  <a:pt x="3932098" y="4263818"/>
                  <a:pt x="3967988" y="4247130"/>
                  <a:pt x="3994506" y="4213755"/>
                </a:cubicBezTo>
                <a:lnTo>
                  <a:pt x="3994506" y="4252845"/>
                </a:lnTo>
                <a:lnTo>
                  <a:pt x="4119321" y="4252845"/>
                </a:lnTo>
                <a:lnTo>
                  <a:pt x="4119321" y="3901030"/>
                </a:lnTo>
                <a:lnTo>
                  <a:pt x="3994506" y="3901030"/>
                </a:lnTo>
                <a:lnTo>
                  <a:pt x="3994506" y="3936006"/>
                </a:lnTo>
                <a:cubicBezTo>
                  <a:pt x="3965702" y="3905373"/>
                  <a:pt x="3929354" y="3890057"/>
                  <a:pt x="3885464" y="3890057"/>
                </a:cubicBezTo>
                <a:close/>
                <a:moveTo>
                  <a:pt x="1113689" y="3890057"/>
                </a:moveTo>
                <a:cubicBezTo>
                  <a:pt x="1087628" y="3890057"/>
                  <a:pt x="1063854" y="3894972"/>
                  <a:pt x="1042365" y="3904802"/>
                </a:cubicBezTo>
                <a:cubicBezTo>
                  <a:pt x="1020877" y="3914631"/>
                  <a:pt x="1002360" y="3928005"/>
                  <a:pt x="986816" y="3944921"/>
                </a:cubicBezTo>
                <a:cubicBezTo>
                  <a:pt x="971271" y="3961837"/>
                  <a:pt x="959155" y="3981611"/>
                  <a:pt x="950468" y="4004243"/>
                </a:cubicBezTo>
                <a:cubicBezTo>
                  <a:pt x="941782" y="4026874"/>
                  <a:pt x="937438" y="4050763"/>
                  <a:pt x="937438" y="4075909"/>
                </a:cubicBezTo>
                <a:cubicBezTo>
                  <a:pt x="937438" y="4102884"/>
                  <a:pt x="941896" y="4127801"/>
                  <a:pt x="950812" y="4150661"/>
                </a:cubicBezTo>
                <a:cubicBezTo>
                  <a:pt x="959726" y="4173521"/>
                  <a:pt x="972185" y="4193409"/>
                  <a:pt x="988187" y="4210326"/>
                </a:cubicBezTo>
                <a:cubicBezTo>
                  <a:pt x="1004189" y="4227242"/>
                  <a:pt x="1022934" y="4240386"/>
                  <a:pt x="1044423" y="4249759"/>
                </a:cubicBezTo>
                <a:cubicBezTo>
                  <a:pt x="1065911" y="4259132"/>
                  <a:pt x="1089457" y="4263818"/>
                  <a:pt x="1115060" y="4263818"/>
                </a:cubicBezTo>
                <a:cubicBezTo>
                  <a:pt x="1160323" y="4263818"/>
                  <a:pt x="1196214" y="4247130"/>
                  <a:pt x="1222731" y="4213755"/>
                </a:cubicBezTo>
                <a:lnTo>
                  <a:pt x="1222731" y="4252845"/>
                </a:lnTo>
                <a:lnTo>
                  <a:pt x="1347546" y="4252845"/>
                </a:lnTo>
                <a:lnTo>
                  <a:pt x="1347546" y="3901030"/>
                </a:lnTo>
                <a:lnTo>
                  <a:pt x="1222731" y="3901030"/>
                </a:lnTo>
                <a:lnTo>
                  <a:pt x="1222731" y="3936006"/>
                </a:lnTo>
                <a:cubicBezTo>
                  <a:pt x="1193928" y="3905373"/>
                  <a:pt x="1157580" y="3890057"/>
                  <a:pt x="1113689" y="3890057"/>
                </a:cubicBezTo>
                <a:close/>
                <a:moveTo>
                  <a:pt x="5970752" y="3888000"/>
                </a:moveTo>
                <a:cubicBezTo>
                  <a:pt x="5946978" y="3888000"/>
                  <a:pt x="5925374" y="3890971"/>
                  <a:pt x="5905944" y="3896915"/>
                </a:cubicBezTo>
                <a:cubicBezTo>
                  <a:pt x="5886513" y="3902859"/>
                  <a:pt x="5869940" y="3911317"/>
                  <a:pt x="5856224" y="3922290"/>
                </a:cubicBezTo>
                <a:cubicBezTo>
                  <a:pt x="5842508" y="3933262"/>
                  <a:pt x="5831992" y="3946635"/>
                  <a:pt x="5824678" y="3962409"/>
                </a:cubicBezTo>
                <a:cubicBezTo>
                  <a:pt x="5817362" y="3978182"/>
                  <a:pt x="5813704" y="3995899"/>
                  <a:pt x="5813704" y="4015558"/>
                </a:cubicBezTo>
                <a:cubicBezTo>
                  <a:pt x="5813704" y="4042533"/>
                  <a:pt x="5821362" y="4063679"/>
                  <a:pt x="5836678" y="4078995"/>
                </a:cubicBezTo>
                <a:cubicBezTo>
                  <a:pt x="5851995" y="4094311"/>
                  <a:pt x="5878856" y="4105855"/>
                  <a:pt x="5917260" y="4113628"/>
                </a:cubicBezTo>
                <a:cubicBezTo>
                  <a:pt x="5928690" y="4115914"/>
                  <a:pt x="5937948" y="4118085"/>
                  <a:pt x="5945035" y="4120143"/>
                </a:cubicBezTo>
                <a:cubicBezTo>
                  <a:pt x="5952122" y="4122200"/>
                  <a:pt x="5957494" y="4124486"/>
                  <a:pt x="5961152" y="4127001"/>
                </a:cubicBezTo>
                <a:cubicBezTo>
                  <a:pt x="5964809" y="4129515"/>
                  <a:pt x="5967208" y="4132259"/>
                  <a:pt x="5968352" y="4135230"/>
                </a:cubicBezTo>
                <a:cubicBezTo>
                  <a:pt x="5969495" y="4138202"/>
                  <a:pt x="5970066" y="4141974"/>
                  <a:pt x="5970066" y="4146546"/>
                </a:cubicBezTo>
                <a:cubicBezTo>
                  <a:pt x="5970066" y="4154319"/>
                  <a:pt x="5966409" y="4160719"/>
                  <a:pt x="5959094" y="4165749"/>
                </a:cubicBezTo>
                <a:cubicBezTo>
                  <a:pt x="5951778" y="4170778"/>
                  <a:pt x="5942406" y="4173292"/>
                  <a:pt x="5930976" y="4173292"/>
                </a:cubicBezTo>
                <a:cubicBezTo>
                  <a:pt x="5899886" y="4173292"/>
                  <a:pt x="5866968" y="4161405"/>
                  <a:pt x="5832221" y="4137631"/>
                </a:cubicBezTo>
                <a:lnTo>
                  <a:pt x="5786958" y="4225413"/>
                </a:lnTo>
                <a:cubicBezTo>
                  <a:pt x="5833135" y="4252388"/>
                  <a:pt x="5879998" y="4265875"/>
                  <a:pt x="5927547" y="4265875"/>
                </a:cubicBezTo>
                <a:cubicBezTo>
                  <a:pt x="5952236" y="4265875"/>
                  <a:pt x="5974868" y="4262789"/>
                  <a:pt x="5995442" y="4256617"/>
                </a:cubicBezTo>
                <a:cubicBezTo>
                  <a:pt x="6016015" y="4250445"/>
                  <a:pt x="6033618" y="4241758"/>
                  <a:pt x="6048248" y="4230557"/>
                </a:cubicBezTo>
                <a:cubicBezTo>
                  <a:pt x="6062878" y="4219355"/>
                  <a:pt x="6074308" y="4205525"/>
                  <a:pt x="6082538" y="4189066"/>
                </a:cubicBezTo>
                <a:cubicBezTo>
                  <a:pt x="6090768" y="4172607"/>
                  <a:pt x="6094882" y="4154090"/>
                  <a:pt x="6094882" y="4133516"/>
                </a:cubicBezTo>
                <a:cubicBezTo>
                  <a:pt x="6094882" y="4106084"/>
                  <a:pt x="6086424" y="4083567"/>
                  <a:pt x="6069508" y="4065965"/>
                </a:cubicBezTo>
                <a:cubicBezTo>
                  <a:pt x="6052590" y="4048362"/>
                  <a:pt x="6026988" y="4036132"/>
                  <a:pt x="5992698" y="4029274"/>
                </a:cubicBezTo>
                <a:cubicBezTo>
                  <a:pt x="5980354" y="4026531"/>
                  <a:pt x="5970410" y="4024245"/>
                  <a:pt x="5962866" y="4022416"/>
                </a:cubicBezTo>
                <a:cubicBezTo>
                  <a:pt x="5955322" y="4020588"/>
                  <a:pt x="5949607" y="4018530"/>
                  <a:pt x="5945720" y="4016244"/>
                </a:cubicBezTo>
                <a:cubicBezTo>
                  <a:pt x="5941834" y="4013958"/>
                  <a:pt x="5939320" y="4011558"/>
                  <a:pt x="5938178" y="4009043"/>
                </a:cubicBezTo>
                <a:cubicBezTo>
                  <a:pt x="5937034" y="4006529"/>
                  <a:pt x="5936463" y="4003214"/>
                  <a:pt x="5936463" y="3999099"/>
                </a:cubicBezTo>
                <a:cubicBezTo>
                  <a:pt x="5936463" y="3991327"/>
                  <a:pt x="5940006" y="3985155"/>
                  <a:pt x="5947092" y="3980583"/>
                </a:cubicBezTo>
                <a:cubicBezTo>
                  <a:pt x="5954180" y="3976011"/>
                  <a:pt x="5963437" y="3973725"/>
                  <a:pt x="5974868" y="3973725"/>
                </a:cubicBezTo>
                <a:cubicBezTo>
                  <a:pt x="5996812" y="3973725"/>
                  <a:pt x="6019216" y="3979668"/>
                  <a:pt x="6042076" y="3991555"/>
                </a:cubicBezTo>
                <a:lnTo>
                  <a:pt x="6083910" y="3910631"/>
                </a:lnTo>
                <a:cubicBezTo>
                  <a:pt x="6047333" y="3895543"/>
                  <a:pt x="6009614" y="3888000"/>
                  <a:pt x="5970752" y="3888000"/>
                </a:cubicBezTo>
                <a:close/>
                <a:moveTo>
                  <a:pt x="5542966" y="3888000"/>
                </a:moveTo>
                <a:cubicBezTo>
                  <a:pt x="5512790" y="3888000"/>
                  <a:pt x="5485702" y="3892457"/>
                  <a:pt x="5461698" y="3901373"/>
                </a:cubicBezTo>
                <a:cubicBezTo>
                  <a:pt x="5437695" y="3910288"/>
                  <a:pt x="5417236" y="3922975"/>
                  <a:pt x="5400320" y="3939435"/>
                </a:cubicBezTo>
                <a:cubicBezTo>
                  <a:pt x="5383402" y="3955894"/>
                  <a:pt x="5370372" y="3975896"/>
                  <a:pt x="5361229" y="3999442"/>
                </a:cubicBezTo>
                <a:cubicBezTo>
                  <a:pt x="5352084" y="4022988"/>
                  <a:pt x="5347512" y="4049391"/>
                  <a:pt x="5347513" y="4078652"/>
                </a:cubicBezTo>
                <a:cubicBezTo>
                  <a:pt x="5347512" y="4106998"/>
                  <a:pt x="5352313" y="4132602"/>
                  <a:pt x="5361915" y="4155462"/>
                </a:cubicBezTo>
                <a:cubicBezTo>
                  <a:pt x="5371516" y="4178322"/>
                  <a:pt x="5385118" y="4197981"/>
                  <a:pt x="5402720" y="4214440"/>
                </a:cubicBezTo>
                <a:cubicBezTo>
                  <a:pt x="5420322" y="4230900"/>
                  <a:pt x="5441468" y="4243587"/>
                  <a:pt x="5466156" y="4252502"/>
                </a:cubicBezTo>
                <a:cubicBezTo>
                  <a:pt x="5490845" y="4261418"/>
                  <a:pt x="5518048" y="4265875"/>
                  <a:pt x="5547766" y="4265875"/>
                </a:cubicBezTo>
                <a:cubicBezTo>
                  <a:pt x="5644693" y="4265875"/>
                  <a:pt x="5705272" y="4225642"/>
                  <a:pt x="5729504" y="4145175"/>
                </a:cubicBezTo>
                <a:lnTo>
                  <a:pt x="5609488" y="4145175"/>
                </a:lnTo>
                <a:cubicBezTo>
                  <a:pt x="5595772" y="4167120"/>
                  <a:pt x="5575427" y="4178093"/>
                  <a:pt x="5548452" y="4178093"/>
                </a:cubicBezTo>
                <a:cubicBezTo>
                  <a:pt x="5498160" y="4178093"/>
                  <a:pt x="5473014" y="4151347"/>
                  <a:pt x="5473014" y="4097854"/>
                </a:cubicBezTo>
                <a:lnTo>
                  <a:pt x="5734304" y="4097854"/>
                </a:lnTo>
                <a:lnTo>
                  <a:pt x="5734304" y="4084824"/>
                </a:lnTo>
                <a:cubicBezTo>
                  <a:pt x="5734304" y="4054192"/>
                  <a:pt x="5729960" y="4026645"/>
                  <a:pt x="5721274" y="4002185"/>
                </a:cubicBezTo>
                <a:cubicBezTo>
                  <a:pt x="5712587" y="3977725"/>
                  <a:pt x="5700014" y="3957037"/>
                  <a:pt x="5683555" y="3940120"/>
                </a:cubicBezTo>
                <a:cubicBezTo>
                  <a:pt x="5667095" y="3923204"/>
                  <a:pt x="5646978" y="3910288"/>
                  <a:pt x="5623204" y="3901373"/>
                </a:cubicBezTo>
                <a:cubicBezTo>
                  <a:pt x="5599430" y="3892457"/>
                  <a:pt x="5572684" y="3888000"/>
                  <a:pt x="5542966" y="3888000"/>
                </a:cubicBezTo>
                <a:close/>
                <a:moveTo>
                  <a:pt x="4872940" y="3888000"/>
                </a:moveTo>
                <a:cubicBezTo>
                  <a:pt x="4842307" y="3888000"/>
                  <a:pt x="4814075" y="3892800"/>
                  <a:pt x="4788243" y="3902401"/>
                </a:cubicBezTo>
                <a:cubicBezTo>
                  <a:pt x="4762412" y="3912003"/>
                  <a:pt x="4740122" y="3925147"/>
                  <a:pt x="4721378" y="3941835"/>
                </a:cubicBezTo>
                <a:cubicBezTo>
                  <a:pt x="4702632" y="3958523"/>
                  <a:pt x="4688002" y="3978182"/>
                  <a:pt x="4677486" y="4000814"/>
                </a:cubicBezTo>
                <a:cubicBezTo>
                  <a:pt x="4666970" y="4023445"/>
                  <a:pt x="4661713" y="4047791"/>
                  <a:pt x="4661713" y="4073851"/>
                </a:cubicBezTo>
                <a:cubicBezTo>
                  <a:pt x="4661713" y="4102655"/>
                  <a:pt x="4666970" y="4128830"/>
                  <a:pt x="4677486" y="4152375"/>
                </a:cubicBezTo>
                <a:cubicBezTo>
                  <a:pt x="4688002" y="4175921"/>
                  <a:pt x="4702518" y="4196152"/>
                  <a:pt x="4721035" y="4213069"/>
                </a:cubicBezTo>
                <a:cubicBezTo>
                  <a:pt x="4739551" y="4229985"/>
                  <a:pt x="4761611" y="4243015"/>
                  <a:pt x="4787214" y="4252159"/>
                </a:cubicBezTo>
                <a:cubicBezTo>
                  <a:pt x="4812818" y="4261303"/>
                  <a:pt x="4840707" y="4265875"/>
                  <a:pt x="4870882" y="4265875"/>
                </a:cubicBezTo>
                <a:cubicBezTo>
                  <a:pt x="4901514" y="4265875"/>
                  <a:pt x="4929975" y="4261303"/>
                  <a:pt x="4956264" y="4252159"/>
                </a:cubicBezTo>
                <a:cubicBezTo>
                  <a:pt x="4982553" y="4243015"/>
                  <a:pt x="5005070" y="4230100"/>
                  <a:pt x="5023816" y="4213412"/>
                </a:cubicBezTo>
                <a:cubicBezTo>
                  <a:pt x="5042560" y="4196724"/>
                  <a:pt x="5057305" y="4176836"/>
                  <a:pt x="5068050" y="4153747"/>
                </a:cubicBezTo>
                <a:cubicBezTo>
                  <a:pt x="5078794" y="4130658"/>
                  <a:pt x="5084166" y="4105170"/>
                  <a:pt x="5084166" y="4077280"/>
                </a:cubicBezTo>
                <a:cubicBezTo>
                  <a:pt x="5084166" y="4049391"/>
                  <a:pt x="5078908" y="4023902"/>
                  <a:pt x="5068392" y="4000814"/>
                </a:cubicBezTo>
                <a:cubicBezTo>
                  <a:pt x="5057876" y="3977725"/>
                  <a:pt x="5043132" y="3957837"/>
                  <a:pt x="5024158" y="3941149"/>
                </a:cubicBezTo>
                <a:cubicBezTo>
                  <a:pt x="5005184" y="3924461"/>
                  <a:pt x="4982782" y="3911431"/>
                  <a:pt x="4956950" y="3902058"/>
                </a:cubicBezTo>
                <a:cubicBezTo>
                  <a:pt x="4931118" y="3892686"/>
                  <a:pt x="4903114" y="3888000"/>
                  <a:pt x="4872940" y="3888000"/>
                </a:cubicBezTo>
                <a:close/>
                <a:moveTo>
                  <a:pt x="2266366" y="3888000"/>
                </a:moveTo>
                <a:cubicBezTo>
                  <a:pt x="2236191" y="3888000"/>
                  <a:pt x="2209101" y="3892457"/>
                  <a:pt x="2185099" y="3901373"/>
                </a:cubicBezTo>
                <a:cubicBezTo>
                  <a:pt x="2161096" y="3910288"/>
                  <a:pt x="2140636" y="3922975"/>
                  <a:pt x="2123719" y="3939435"/>
                </a:cubicBezTo>
                <a:cubicBezTo>
                  <a:pt x="2106803" y="3955894"/>
                  <a:pt x="2093773" y="3975896"/>
                  <a:pt x="2084629" y="3999442"/>
                </a:cubicBezTo>
                <a:cubicBezTo>
                  <a:pt x="2075485" y="4022988"/>
                  <a:pt x="2070913" y="4049391"/>
                  <a:pt x="2070913" y="4078652"/>
                </a:cubicBezTo>
                <a:cubicBezTo>
                  <a:pt x="2070913" y="4106998"/>
                  <a:pt x="2075713" y="4132602"/>
                  <a:pt x="2085315" y="4155462"/>
                </a:cubicBezTo>
                <a:cubicBezTo>
                  <a:pt x="2094916" y="4178322"/>
                  <a:pt x="2108518" y="4197981"/>
                  <a:pt x="2126120" y="4214440"/>
                </a:cubicBezTo>
                <a:cubicBezTo>
                  <a:pt x="2143722" y="4230900"/>
                  <a:pt x="2164868" y="4243587"/>
                  <a:pt x="2189556" y="4252502"/>
                </a:cubicBezTo>
                <a:cubicBezTo>
                  <a:pt x="2214245" y="4261418"/>
                  <a:pt x="2241449" y="4265875"/>
                  <a:pt x="2271167" y="4265875"/>
                </a:cubicBezTo>
                <a:cubicBezTo>
                  <a:pt x="2368094" y="4265875"/>
                  <a:pt x="2428672" y="4225642"/>
                  <a:pt x="2452904" y="4145175"/>
                </a:cubicBezTo>
                <a:lnTo>
                  <a:pt x="2332889" y="4145175"/>
                </a:lnTo>
                <a:cubicBezTo>
                  <a:pt x="2319173" y="4167120"/>
                  <a:pt x="2298827" y="4178093"/>
                  <a:pt x="2271852" y="4178093"/>
                </a:cubicBezTo>
                <a:cubicBezTo>
                  <a:pt x="2221560" y="4178093"/>
                  <a:pt x="2196414" y="4151347"/>
                  <a:pt x="2196414" y="4097854"/>
                </a:cubicBezTo>
                <a:lnTo>
                  <a:pt x="2457704" y="4097854"/>
                </a:lnTo>
                <a:lnTo>
                  <a:pt x="2457704" y="4084824"/>
                </a:lnTo>
                <a:cubicBezTo>
                  <a:pt x="2457704" y="4054192"/>
                  <a:pt x="2453361" y="4026645"/>
                  <a:pt x="2444674" y="4002185"/>
                </a:cubicBezTo>
                <a:cubicBezTo>
                  <a:pt x="2435988" y="3977725"/>
                  <a:pt x="2423414" y="3957037"/>
                  <a:pt x="2406955" y="3940120"/>
                </a:cubicBezTo>
                <a:cubicBezTo>
                  <a:pt x="2390496" y="3923204"/>
                  <a:pt x="2370380" y="3910288"/>
                  <a:pt x="2346604" y="3901373"/>
                </a:cubicBezTo>
                <a:cubicBezTo>
                  <a:pt x="2322831" y="3892457"/>
                  <a:pt x="2296084" y="3888000"/>
                  <a:pt x="2266366" y="3888000"/>
                </a:cubicBezTo>
                <a:close/>
                <a:moveTo>
                  <a:pt x="3105938" y="3735752"/>
                </a:moveTo>
                <a:lnTo>
                  <a:pt x="3105938" y="4252845"/>
                </a:lnTo>
                <a:lnTo>
                  <a:pt x="3240354" y="4252845"/>
                </a:lnTo>
                <a:lnTo>
                  <a:pt x="3240354" y="3936691"/>
                </a:lnTo>
                <a:lnTo>
                  <a:pt x="3488614" y="4252845"/>
                </a:lnTo>
                <a:lnTo>
                  <a:pt x="3622345" y="4252845"/>
                </a:lnTo>
                <a:lnTo>
                  <a:pt x="3622345" y="3735752"/>
                </a:lnTo>
                <a:lnTo>
                  <a:pt x="3488614" y="3735752"/>
                </a:lnTo>
                <a:lnTo>
                  <a:pt x="3488614" y="4051906"/>
                </a:lnTo>
                <a:lnTo>
                  <a:pt x="3240354" y="3735752"/>
                </a:lnTo>
                <a:close/>
                <a:moveTo>
                  <a:pt x="720878" y="3735752"/>
                </a:moveTo>
                <a:lnTo>
                  <a:pt x="720878" y="4092368"/>
                </a:lnTo>
                <a:cubicBezTo>
                  <a:pt x="720878" y="4132144"/>
                  <a:pt x="708305" y="4152033"/>
                  <a:pt x="683158" y="4152033"/>
                </a:cubicBezTo>
                <a:cubicBezTo>
                  <a:pt x="671729" y="4152033"/>
                  <a:pt x="662127" y="4147461"/>
                  <a:pt x="654355" y="4138317"/>
                </a:cubicBezTo>
                <a:cubicBezTo>
                  <a:pt x="646583" y="4129173"/>
                  <a:pt x="641553" y="4116828"/>
                  <a:pt x="639267" y="4101283"/>
                </a:cubicBezTo>
                <a:lnTo>
                  <a:pt x="551485" y="4191123"/>
                </a:lnTo>
                <a:cubicBezTo>
                  <a:pt x="586232" y="4241872"/>
                  <a:pt x="631266" y="4267247"/>
                  <a:pt x="686588" y="4267247"/>
                </a:cubicBezTo>
                <a:cubicBezTo>
                  <a:pt x="704876" y="4267247"/>
                  <a:pt x="722363" y="4264847"/>
                  <a:pt x="739052" y="4260046"/>
                </a:cubicBezTo>
                <a:cubicBezTo>
                  <a:pt x="755739" y="4255246"/>
                  <a:pt x="770941" y="4248616"/>
                  <a:pt x="784657" y="4240158"/>
                </a:cubicBezTo>
                <a:cubicBezTo>
                  <a:pt x="798373" y="4231700"/>
                  <a:pt x="810374" y="4221413"/>
                  <a:pt x="820661" y="4209297"/>
                </a:cubicBezTo>
                <a:cubicBezTo>
                  <a:pt x="830948" y="4197181"/>
                  <a:pt x="839064" y="4183808"/>
                  <a:pt x="845007" y="4169178"/>
                </a:cubicBezTo>
                <a:cubicBezTo>
                  <a:pt x="848665" y="4160034"/>
                  <a:pt x="851294" y="4149061"/>
                  <a:pt x="852895" y="4136259"/>
                </a:cubicBezTo>
                <a:cubicBezTo>
                  <a:pt x="854495" y="4123458"/>
                  <a:pt x="855295" y="4109513"/>
                  <a:pt x="855295" y="4094425"/>
                </a:cubicBezTo>
                <a:lnTo>
                  <a:pt x="855295" y="3735752"/>
                </a:lnTo>
                <a:close/>
                <a:moveTo>
                  <a:pt x="6330722" y="3721350"/>
                </a:moveTo>
                <a:cubicBezTo>
                  <a:pt x="6304204" y="3721350"/>
                  <a:pt x="6279629" y="3725351"/>
                  <a:pt x="6256998" y="3733352"/>
                </a:cubicBezTo>
                <a:cubicBezTo>
                  <a:pt x="6234367" y="3741353"/>
                  <a:pt x="6214707" y="3752554"/>
                  <a:pt x="6198020" y="3766956"/>
                </a:cubicBezTo>
                <a:cubicBezTo>
                  <a:pt x="6181332" y="3781358"/>
                  <a:pt x="6168302" y="3798274"/>
                  <a:pt x="6158929" y="3817705"/>
                </a:cubicBezTo>
                <a:cubicBezTo>
                  <a:pt x="6149556" y="3837136"/>
                  <a:pt x="6144870" y="3858510"/>
                  <a:pt x="6144870" y="3881827"/>
                </a:cubicBezTo>
                <a:lnTo>
                  <a:pt x="6281344" y="3881827"/>
                </a:lnTo>
                <a:cubicBezTo>
                  <a:pt x="6281344" y="3866283"/>
                  <a:pt x="6285573" y="3853710"/>
                  <a:pt x="6294031" y="3844108"/>
                </a:cubicBezTo>
                <a:cubicBezTo>
                  <a:pt x="6302490" y="3834507"/>
                  <a:pt x="6313805" y="3829706"/>
                  <a:pt x="6327978" y="3829706"/>
                </a:cubicBezTo>
                <a:cubicBezTo>
                  <a:pt x="6343523" y="3829706"/>
                  <a:pt x="6355867" y="3834736"/>
                  <a:pt x="6365012" y="3844794"/>
                </a:cubicBezTo>
                <a:cubicBezTo>
                  <a:pt x="6374155" y="3854853"/>
                  <a:pt x="6378727" y="3866740"/>
                  <a:pt x="6378727" y="3880456"/>
                </a:cubicBezTo>
                <a:cubicBezTo>
                  <a:pt x="6378727" y="3890514"/>
                  <a:pt x="6376442" y="3899772"/>
                  <a:pt x="6371870" y="3908231"/>
                </a:cubicBezTo>
                <a:cubicBezTo>
                  <a:pt x="6367298" y="3916689"/>
                  <a:pt x="6361011" y="3923890"/>
                  <a:pt x="6353010" y="3929833"/>
                </a:cubicBezTo>
                <a:cubicBezTo>
                  <a:pt x="6345009" y="3935777"/>
                  <a:pt x="6335522" y="3940463"/>
                  <a:pt x="6324550" y="3943892"/>
                </a:cubicBezTo>
                <a:cubicBezTo>
                  <a:pt x="6313576" y="3947321"/>
                  <a:pt x="6301918" y="3949036"/>
                  <a:pt x="6289574" y="3949036"/>
                </a:cubicBezTo>
                <a:cubicBezTo>
                  <a:pt x="6285458" y="3949036"/>
                  <a:pt x="6281115" y="3948693"/>
                  <a:pt x="6276544" y="3948007"/>
                </a:cubicBezTo>
                <a:cubicBezTo>
                  <a:pt x="6271972" y="3947321"/>
                  <a:pt x="6266942" y="3946521"/>
                  <a:pt x="6261456" y="3945607"/>
                </a:cubicBezTo>
                <a:lnTo>
                  <a:pt x="6261456" y="4079338"/>
                </a:lnTo>
                <a:lnTo>
                  <a:pt x="6387643" y="4079338"/>
                </a:lnTo>
                <a:lnTo>
                  <a:pt x="6387643" y="4029960"/>
                </a:lnTo>
                <a:cubicBezTo>
                  <a:pt x="6470396" y="4001157"/>
                  <a:pt x="6511772" y="3952465"/>
                  <a:pt x="6511772" y="3883885"/>
                </a:cubicBezTo>
                <a:cubicBezTo>
                  <a:pt x="6511772" y="3862854"/>
                  <a:pt x="6507429" y="3842508"/>
                  <a:pt x="6498742" y="3822849"/>
                </a:cubicBezTo>
                <a:cubicBezTo>
                  <a:pt x="6490056" y="3803189"/>
                  <a:pt x="6477712" y="3785815"/>
                  <a:pt x="6461710" y="3770728"/>
                </a:cubicBezTo>
                <a:cubicBezTo>
                  <a:pt x="6445708" y="3755640"/>
                  <a:pt x="6426619" y="3743639"/>
                  <a:pt x="6404446" y="3734723"/>
                </a:cubicBezTo>
                <a:cubicBezTo>
                  <a:pt x="6382270" y="3725808"/>
                  <a:pt x="6357696" y="3721350"/>
                  <a:pt x="6330722" y="3721350"/>
                </a:cubicBezTo>
                <a:close/>
                <a:moveTo>
                  <a:pt x="1936802" y="3695975"/>
                </a:moveTo>
                <a:cubicBezTo>
                  <a:pt x="1927200" y="3695975"/>
                  <a:pt x="1918170" y="3697804"/>
                  <a:pt x="1909712" y="3701462"/>
                </a:cubicBezTo>
                <a:cubicBezTo>
                  <a:pt x="1901254" y="3705120"/>
                  <a:pt x="1893825" y="3710149"/>
                  <a:pt x="1887423" y="3716549"/>
                </a:cubicBezTo>
                <a:cubicBezTo>
                  <a:pt x="1881023" y="3722950"/>
                  <a:pt x="1875993" y="3730380"/>
                  <a:pt x="1872336" y="3738838"/>
                </a:cubicBezTo>
                <a:cubicBezTo>
                  <a:pt x="1868678" y="3747296"/>
                  <a:pt x="1866849" y="3756326"/>
                  <a:pt x="1866849" y="3765927"/>
                </a:cubicBezTo>
                <a:cubicBezTo>
                  <a:pt x="1866849" y="3775528"/>
                  <a:pt x="1868678" y="3784558"/>
                  <a:pt x="1872336" y="3793016"/>
                </a:cubicBezTo>
                <a:cubicBezTo>
                  <a:pt x="1875993" y="3801474"/>
                  <a:pt x="1881023" y="3808904"/>
                  <a:pt x="1887423" y="3815305"/>
                </a:cubicBezTo>
                <a:cubicBezTo>
                  <a:pt x="1893825" y="3821706"/>
                  <a:pt x="1901254" y="3826735"/>
                  <a:pt x="1909712" y="3830392"/>
                </a:cubicBezTo>
                <a:cubicBezTo>
                  <a:pt x="1918170" y="3834050"/>
                  <a:pt x="1927200" y="3835879"/>
                  <a:pt x="1936802" y="3835879"/>
                </a:cubicBezTo>
                <a:cubicBezTo>
                  <a:pt x="1946402" y="3835879"/>
                  <a:pt x="1955432" y="3834050"/>
                  <a:pt x="1963890" y="3830392"/>
                </a:cubicBezTo>
                <a:cubicBezTo>
                  <a:pt x="1972349" y="3826735"/>
                  <a:pt x="1979778" y="3821706"/>
                  <a:pt x="1986179" y="3815305"/>
                </a:cubicBezTo>
                <a:cubicBezTo>
                  <a:pt x="1992580" y="3808904"/>
                  <a:pt x="1997609" y="3801474"/>
                  <a:pt x="2001266" y="3793016"/>
                </a:cubicBezTo>
                <a:cubicBezTo>
                  <a:pt x="2004924" y="3784558"/>
                  <a:pt x="2006753" y="3775528"/>
                  <a:pt x="2006753" y="3765927"/>
                </a:cubicBezTo>
                <a:cubicBezTo>
                  <a:pt x="2006753" y="3756326"/>
                  <a:pt x="2004924" y="3747296"/>
                  <a:pt x="2001266" y="3738838"/>
                </a:cubicBezTo>
                <a:cubicBezTo>
                  <a:pt x="1997609" y="3730380"/>
                  <a:pt x="1992580" y="3722950"/>
                  <a:pt x="1986179" y="3716549"/>
                </a:cubicBezTo>
                <a:cubicBezTo>
                  <a:pt x="1979778" y="3710149"/>
                  <a:pt x="1972349" y="3705120"/>
                  <a:pt x="1963890" y="3701462"/>
                </a:cubicBezTo>
                <a:cubicBezTo>
                  <a:pt x="1955432" y="3697804"/>
                  <a:pt x="1946402" y="3695975"/>
                  <a:pt x="1936802" y="3695975"/>
                </a:cubicBezTo>
                <a:close/>
                <a:moveTo>
                  <a:pt x="5151679" y="3683631"/>
                </a:moveTo>
                <a:lnTo>
                  <a:pt x="5151679" y="4252845"/>
                </a:lnTo>
                <a:lnTo>
                  <a:pt x="5275809" y="4252845"/>
                </a:lnTo>
                <a:lnTo>
                  <a:pt x="5275809" y="3683631"/>
                </a:lnTo>
                <a:close/>
                <a:moveTo>
                  <a:pt x="3979970" y="2718922"/>
                </a:moveTo>
                <a:cubicBezTo>
                  <a:pt x="4005421" y="2718922"/>
                  <a:pt x="4029546" y="2723694"/>
                  <a:pt x="4052346" y="2733238"/>
                </a:cubicBezTo>
                <a:cubicBezTo>
                  <a:pt x="4075146" y="2742782"/>
                  <a:pt x="4094764" y="2756038"/>
                  <a:pt x="4111201" y="2773005"/>
                </a:cubicBezTo>
                <a:cubicBezTo>
                  <a:pt x="4127638" y="2789972"/>
                  <a:pt x="4140894" y="2809856"/>
                  <a:pt x="4150968" y="2832655"/>
                </a:cubicBezTo>
                <a:cubicBezTo>
                  <a:pt x="4161042" y="2855455"/>
                  <a:pt x="4166080" y="2879580"/>
                  <a:pt x="4166080" y="2905031"/>
                </a:cubicBezTo>
                <a:cubicBezTo>
                  <a:pt x="4166080" y="2931542"/>
                  <a:pt x="4161042" y="2956198"/>
                  <a:pt x="4150968" y="2978997"/>
                </a:cubicBezTo>
                <a:cubicBezTo>
                  <a:pt x="4140894" y="3001797"/>
                  <a:pt x="4127638" y="3021681"/>
                  <a:pt x="4111201" y="3038648"/>
                </a:cubicBezTo>
                <a:cubicBezTo>
                  <a:pt x="4094764" y="3055615"/>
                  <a:pt x="4075146" y="3068870"/>
                  <a:pt x="4052346" y="3078415"/>
                </a:cubicBezTo>
                <a:cubicBezTo>
                  <a:pt x="4029546" y="3087959"/>
                  <a:pt x="4005421" y="3092731"/>
                  <a:pt x="3979970" y="3092731"/>
                </a:cubicBezTo>
                <a:cubicBezTo>
                  <a:pt x="3954520" y="3092731"/>
                  <a:pt x="3930395" y="3087959"/>
                  <a:pt x="3907594" y="3078415"/>
                </a:cubicBezTo>
                <a:cubicBezTo>
                  <a:pt x="3884795" y="3068870"/>
                  <a:pt x="3865177" y="3055615"/>
                  <a:pt x="3848740" y="3038648"/>
                </a:cubicBezTo>
                <a:cubicBezTo>
                  <a:pt x="3832303" y="3021681"/>
                  <a:pt x="3819047" y="3001797"/>
                  <a:pt x="3808973" y="2978997"/>
                </a:cubicBezTo>
                <a:cubicBezTo>
                  <a:pt x="3798899" y="2956198"/>
                  <a:pt x="3793862" y="2931012"/>
                  <a:pt x="3793862" y="2903440"/>
                </a:cubicBezTo>
                <a:cubicBezTo>
                  <a:pt x="3793862" y="2877990"/>
                  <a:pt x="3798899" y="2854129"/>
                  <a:pt x="3808973" y="2831860"/>
                </a:cubicBezTo>
                <a:cubicBezTo>
                  <a:pt x="3819047" y="2809591"/>
                  <a:pt x="3832303" y="2789972"/>
                  <a:pt x="3848740" y="2773005"/>
                </a:cubicBezTo>
                <a:cubicBezTo>
                  <a:pt x="3865177" y="2756038"/>
                  <a:pt x="3884795" y="2742782"/>
                  <a:pt x="3907594" y="2733238"/>
                </a:cubicBezTo>
                <a:cubicBezTo>
                  <a:pt x="3930395" y="2723694"/>
                  <a:pt x="3954520" y="2718922"/>
                  <a:pt x="3979970" y="2718922"/>
                </a:cubicBezTo>
                <a:close/>
                <a:moveTo>
                  <a:pt x="5169681" y="2499409"/>
                </a:moveTo>
                <a:lnTo>
                  <a:pt x="5169681" y="3315425"/>
                </a:lnTo>
                <a:lnTo>
                  <a:pt x="5457592" y="3315425"/>
                </a:lnTo>
                <a:lnTo>
                  <a:pt x="5457592" y="2499409"/>
                </a:lnTo>
                <a:close/>
                <a:moveTo>
                  <a:pt x="6030856" y="2469186"/>
                </a:moveTo>
                <a:cubicBezTo>
                  <a:pt x="5975712" y="2469186"/>
                  <a:pt x="5925606" y="2476079"/>
                  <a:pt x="5880536" y="2489865"/>
                </a:cubicBezTo>
                <a:cubicBezTo>
                  <a:pt x="5835467" y="2503651"/>
                  <a:pt x="5797026" y="2523269"/>
                  <a:pt x="5765212" y="2548720"/>
                </a:cubicBezTo>
                <a:cubicBezTo>
                  <a:pt x="5733398" y="2574171"/>
                  <a:pt x="5709008" y="2605189"/>
                  <a:pt x="5692041" y="2641774"/>
                </a:cubicBezTo>
                <a:cubicBezTo>
                  <a:pt x="5675074" y="2678360"/>
                  <a:pt x="5666590" y="2719452"/>
                  <a:pt x="5666590" y="2765052"/>
                </a:cubicBezTo>
                <a:cubicBezTo>
                  <a:pt x="5666590" y="2827618"/>
                  <a:pt x="5684352" y="2876664"/>
                  <a:pt x="5719878" y="2912189"/>
                </a:cubicBezTo>
                <a:cubicBezTo>
                  <a:pt x="5755402" y="2947714"/>
                  <a:pt x="5817704" y="2974491"/>
                  <a:pt x="5906782" y="2992518"/>
                </a:cubicBezTo>
                <a:cubicBezTo>
                  <a:pt x="5933294" y="2997821"/>
                  <a:pt x="5954767" y="3002858"/>
                  <a:pt x="5971204" y="3007630"/>
                </a:cubicBezTo>
                <a:cubicBezTo>
                  <a:pt x="5987642" y="3012402"/>
                  <a:pt x="6000102" y="3017704"/>
                  <a:pt x="6008586" y="3023536"/>
                </a:cubicBezTo>
                <a:cubicBezTo>
                  <a:pt x="6017069" y="3029369"/>
                  <a:pt x="6022636" y="3035732"/>
                  <a:pt x="6025288" y="3042624"/>
                </a:cubicBezTo>
                <a:cubicBezTo>
                  <a:pt x="6027938" y="3049517"/>
                  <a:pt x="6029264" y="3058266"/>
                  <a:pt x="6029264" y="3068870"/>
                </a:cubicBezTo>
                <a:cubicBezTo>
                  <a:pt x="6029264" y="3086898"/>
                  <a:pt x="6020780" y="3101745"/>
                  <a:pt x="6003814" y="3113409"/>
                </a:cubicBezTo>
                <a:cubicBezTo>
                  <a:pt x="5986846" y="3125075"/>
                  <a:pt x="5965107" y="3130907"/>
                  <a:pt x="5938596" y="3130907"/>
                </a:cubicBezTo>
                <a:cubicBezTo>
                  <a:pt x="5866484" y="3130907"/>
                  <a:pt x="5790133" y="3103335"/>
                  <a:pt x="5709538" y="3048192"/>
                </a:cubicBezTo>
                <a:lnTo>
                  <a:pt x="5604554" y="3251798"/>
                </a:lnTo>
                <a:cubicBezTo>
                  <a:pt x="5711659" y="3314365"/>
                  <a:pt x="5820356" y="3345648"/>
                  <a:pt x="5930643" y="3345648"/>
                </a:cubicBezTo>
                <a:cubicBezTo>
                  <a:pt x="5987907" y="3345648"/>
                  <a:pt x="6040399" y="3338490"/>
                  <a:pt x="6088120" y="3324174"/>
                </a:cubicBezTo>
                <a:cubicBezTo>
                  <a:pt x="6135839" y="3309858"/>
                  <a:pt x="6176667" y="3289709"/>
                  <a:pt x="6210602" y="3263728"/>
                </a:cubicBezTo>
                <a:cubicBezTo>
                  <a:pt x="6244536" y="3237747"/>
                  <a:pt x="6271046" y="3205669"/>
                  <a:pt x="6290135" y="3167493"/>
                </a:cubicBezTo>
                <a:cubicBezTo>
                  <a:pt x="6309224" y="3129316"/>
                  <a:pt x="6318768" y="3086368"/>
                  <a:pt x="6318768" y="3038648"/>
                </a:cubicBezTo>
                <a:cubicBezTo>
                  <a:pt x="6318768" y="2975021"/>
                  <a:pt x="6299149" y="2922794"/>
                  <a:pt x="6259912" y="2881966"/>
                </a:cubicBezTo>
                <a:cubicBezTo>
                  <a:pt x="6220675" y="2841139"/>
                  <a:pt x="6161290" y="2812772"/>
                  <a:pt x="6081756" y="2796865"/>
                </a:cubicBezTo>
                <a:cubicBezTo>
                  <a:pt x="6053124" y="2790502"/>
                  <a:pt x="6030060" y="2785200"/>
                  <a:pt x="6012562" y="2780959"/>
                </a:cubicBezTo>
                <a:cubicBezTo>
                  <a:pt x="5995064" y="2776717"/>
                  <a:pt x="5981809" y="2771945"/>
                  <a:pt x="5972795" y="2766642"/>
                </a:cubicBezTo>
                <a:cubicBezTo>
                  <a:pt x="5963781" y="2761340"/>
                  <a:pt x="5957949" y="2755773"/>
                  <a:pt x="5955298" y="2749940"/>
                </a:cubicBezTo>
                <a:cubicBezTo>
                  <a:pt x="5952647" y="2744108"/>
                  <a:pt x="5951322" y="2736419"/>
                  <a:pt x="5951322" y="2726875"/>
                </a:cubicBezTo>
                <a:cubicBezTo>
                  <a:pt x="5951322" y="2708848"/>
                  <a:pt x="5959540" y="2694532"/>
                  <a:pt x="5975977" y="2683927"/>
                </a:cubicBezTo>
                <a:cubicBezTo>
                  <a:pt x="5992414" y="2673323"/>
                  <a:pt x="6013888" y="2668021"/>
                  <a:pt x="6040399" y="2668020"/>
                </a:cubicBezTo>
                <a:cubicBezTo>
                  <a:pt x="6091300" y="2668021"/>
                  <a:pt x="6143262" y="2681807"/>
                  <a:pt x="6196285" y="2709378"/>
                </a:cubicBezTo>
                <a:lnTo>
                  <a:pt x="6293316" y="2521678"/>
                </a:lnTo>
                <a:cubicBezTo>
                  <a:pt x="6208480" y="2486684"/>
                  <a:pt x="6120993" y="2469186"/>
                  <a:pt x="6030856" y="2469186"/>
                </a:cubicBezTo>
                <a:close/>
                <a:moveTo>
                  <a:pt x="3979970" y="2469186"/>
                </a:moveTo>
                <a:cubicBezTo>
                  <a:pt x="3908920" y="2469186"/>
                  <a:pt x="3843437" y="2480321"/>
                  <a:pt x="3783522" y="2502590"/>
                </a:cubicBezTo>
                <a:cubicBezTo>
                  <a:pt x="3723606" y="2524860"/>
                  <a:pt x="3671910" y="2555348"/>
                  <a:pt x="3628432" y="2594054"/>
                </a:cubicBezTo>
                <a:cubicBezTo>
                  <a:pt x="3584953" y="2632760"/>
                  <a:pt x="3551018" y="2678360"/>
                  <a:pt x="3526628" y="2730852"/>
                </a:cubicBezTo>
                <a:cubicBezTo>
                  <a:pt x="3502238" y="2783344"/>
                  <a:pt x="3490042" y="2839813"/>
                  <a:pt x="3490043" y="2900259"/>
                </a:cubicBezTo>
                <a:cubicBezTo>
                  <a:pt x="3490042" y="2967067"/>
                  <a:pt x="3502238" y="3027778"/>
                  <a:pt x="3526628" y="3082391"/>
                </a:cubicBezTo>
                <a:cubicBezTo>
                  <a:pt x="3551018" y="3137004"/>
                  <a:pt x="3584688" y="3183929"/>
                  <a:pt x="3627636" y="3223166"/>
                </a:cubicBezTo>
                <a:cubicBezTo>
                  <a:pt x="3670584" y="3262403"/>
                  <a:pt x="3721751" y="3292625"/>
                  <a:pt x="3781136" y="3313834"/>
                </a:cubicBezTo>
                <a:cubicBezTo>
                  <a:pt x="3840521" y="3335043"/>
                  <a:pt x="3905209" y="3345648"/>
                  <a:pt x="3975198" y="3345648"/>
                </a:cubicBezTo>
                <a:cubicBezTo>
                  <a:pt x="4046249" y="3345648"/>
                  <a:pt x="4112262" y="3335043"/>
                  <a:pt x="4173238" y="3313834"/>
                </a:cubicBezTo>
                <a:cubicBezTo>
                  <a:pt x="4234213" y="3292625"/>
                  <a:pt x="4286440" y="3262668"/>
                  <a:pt x="4329919" y="3223961"/>
                </a:cubicBezTo>
                <a:cubicBezTo>
                  <a:pt x="4373397" y="3185255"/>
                  <a:pt x="4407597" y="3139125"/>
                  <a:pt x="4432518" y="3085573"/>
                </a:cubicBezTo>
                <a:cubicBezTo>
                  <a:pt x="4457438" y="3032020"/>
                  <a:pt x="4469899" y="2972900"/>
                  <a:pt x="4469899" y="2908212"/>
                </a:cubicBezTo>
                <a:cubicBezTo>
                  <a:pt x="4469899" y="2843525"/>
                  <a:pt x="4457703" y="2784405"/>
                  <a:pt x="4433313" y="2730852"/>
                </a:cubicBezTo>
                <a:cubicBezTo>
                  <a:pt x="4408922" y="2677299"/>
                  <a:pt x="4374723" y="2631170"/>
                  <a:pt x="4330714" y="2592463"/>
                </a:cubicBezTo>
                <a:cubicBezTo>
                  <a:pt x="4286706" y="2553757"/>
                  <a:pt x="4234743" y="2523534"/>
                  <a:pt x="4174828" y="2501795"/>
                </a:cubicBezTo>
                <a:cubicBezTo>
                  <a:pt x="4114912" y="2480056"/>
                  <a:pt x="4049960" y="2469186"/>
                  <a:pt x="3979970" y="2469186"/>
                </a:cubicBezTo>
                <a:close/>
                <a:moveTo>
                  <a:pt x="546684" y="2116056"/>
                </a:moveTo>
                <a:lnTo>
                  <a:pt x="904586" y="3315425"/>
                </a:lnTo>
                <a:lnTo>
                  <a:pt x="1222721" y="3315425"/>
                </a:lnTo>
                <a:lnTo>
                  <a:pt x="1458141" y="2620300"/>
                </a:lnTo>
                <a:lnTo>
                  <a:pt x="1693561" y="3315425"/>
                </a:lnTo>
                <a:lnTo>
                  <a:pt x="2011697" y="3315425"/>
                </a:lnTo>
                <a:lnTo>
                  <a:pt x="2369598" y="2116056"/>
                </a:lnTo>
                <a:lnTo>
                  <a:pt x="2043510" y="2116056"/>
                </a:lnTo>
                <a:lnTo>
                  <a:pt x="1836723" y="2890715"/>
                </a:lnTo>
                <a:lnTo>
                  <a:pt x="1582214" y="2116056"/>
                </a:lnTo>
                <a:lnTo>
                  <a:pt x="1334068" y="2116056"/>
                </a:lnTo>
                <a:lnTo>
                  <a:pt x="1079561" y="2890715"/>
                </a:lnTo>
                <a:lnTo>
                  <a:pt x="872773" y="2116056"/>
                </a:lnTo>
                <a:close/>
                <a:moveTo>
                  <a:pt x="5312842" y="2023797"/>
                </a:moveTo>
                <a:cubicBezTo>
                  <a:pt x="5290572" y="2023797"/>
                  <a:pt x="5269628" y="2028039"/>
                  <a:pt x="5250010" y="2036522"/>
                </a:cubicBezTo>
                <a:cubicBezTo>
                  <a:pt x="5230392" y="2045006"/>
                  <a:pt x="5213160" y="2056671"/>
                  <a:pt x="5198313" y="2071517"/>
                </a:cubicBezTo>
                <a:cubicBezTo>
                  <a:pt x="5183466" y="2086364"/>
                  <a:pt x="5171802" y="2103596"/>
                  <a:pt x="5163318" y="2123214"/>
                </a:cubicBezTo>
                <a:cubicBezTo>
                  <a:pt x="5154835" y="2142833"/>
                  <a:pt x="5150593" y="2163777"/>
                  <a:pt x="5150593" y="2186046"/>
                </a:cubicBezTo>
                <a:cubicBezTo>
                  <a:pt x="5150593" y="2208315"/>
                  <a:pt x="5154835" y="2229259"/>
                  <a:pt x="5163318" y="2248878"/>
                </a:cubicBezTo>
                <a:cubicBezTo>
                  <a:pt x="5171802" y="2268496"/>
                  <a:pt x="5183466" y="2285728"/>
                  <a:pt x="5198313" y="2300574"/>
                </a:cubicBezTo>
                <a:cubicBezTo>
                  <a:pt x="5213160" y="2315421"/>
                  <a:pt x="5230392" y="2327086"/>
                  <a:pt x="5250010" y="2335569"/>
                </a:cubicBezTo>
                <a:cubicBezTo>
                  <a:pt x="5269628" y="2344053"/>
                  <a:pt x="5290572" y="2348295"/>
                  <a:pt x="5312842" y="2348295"/>
                </a:cubicBezTo>
                <a:cubicBezTo>
                  <a:pt x="5335110" y="2348295"/>
                  <a:pt x="5356054" y="2344053"/>
                  <a:pt x="5375674" y="2335569"/>
                </a:cubicBezTo>
                <a:cubicBezTo>
                  <a:pt x="5395292" y="2327086"/>
                  <a:pt x="5412524" y="2315421"/>
                  <a:pt x="5427370" y="2300574"/>
                </a:cubicBezTo>
                <a:cubicBezTo>
                  <a:pt x="5442216" y="2285728"/>
                  <a:pt x="5453882" y="2268496"/>
                  <a:pt x="5462365" y="2248878"/>
                </a:cubicBezTo>
                <a:cubicBezTo>
                  <a:pt x="5470848" y="2229259"/>
                  <a:pt x="5475090" y="2208315"/>
                  <a:pt x="5475090" y="2186046"/>
                </a:cubicBezTo>
                <a:cubicBezTo>
                  <a:pt x="5475090" y="2163777"/>
                  <a:pt x="5470848" y="2142833"/>
                  <a:pt x="5462365" y="2123214"/>
                </a:cubicBezTo>
                <a:cubicBezTo>
                  <a:pt x="5453882" y="2103596"/>
                  <a:pt x="5442216" y="2086364"/>
                  <a:pt x="5427370" y="2071517"/>
                </a:cubicBezTo>
                <a:cubicBezTo>
                  <a:pt x="5412524" y="2056671"/>
                  <a:pt x="5395292" y="2045006"/>
                  <a:pt x="5375674" y="2036522"/>
                </a:cubicBezTo>
                <a:cubicBezTo>
                  <a:pt x="5356054" y="2028039"/>
                  <a:pt x="5335110" y="2023797"/>
                  <a:pt x="5312842" y="2023797"/>
                </a:cubicBezTo>
                <a:close/>
                <a:moveTo>
                  <a:pt x="2464581" y="1995165"/>
                </a:moveTo>
                <a:lnTo>
                  <a:pt x="2464581" y="3315425"/>
                </a:lnTo>
                <a:lnTo>
                  <a:pt x="2752493" y="3315425"/>
                </a:lnTo>
                <a:lnTo>
                  <a:pt x="2752493" y="2879580"/>
                </a:lnTo>
                <a:cubicBezTo>
                  <a:pt x="2752493" y="2825497"/>
                  <a:pt x="2765484" y="2783875"/>
                  <a:pt x="2791465" y="2754712"/>
                </a:cubicBezTo>
                <a:cubicBezTo>
                  <a:pt x="2817446" y="2725550"/>
                  <a:pt x="2854826" y="2710969"/>
                  <a:pt x="2903607" y="2710969"/>
                </a:cubicBezTo>
                <a:cubicBezTo>
                  <a:pt x="2939663" y="2710969"/>
                  <a:pt x="2970416" y="2722103"/>
                  <a:pt x="2995866" y="2744373"/>
                </a:cubicBezTo>
                <a:cubicBezTo>
                  <a:pt x="3010713" y="2758159"/>
                  <a:pt x="3021317" y="2777777"/>
                  <a:pt x="3027680" y="2803228"/>
                </a:cubicBezTo>
                <a:cubicBezTo>
                  <a:pt x="3034043" y="2828679"/>
                  <a:pt x="3037224" y="2862083"/>
                  <a:pt x="3037224" y="2903440"/>
                </a:cubicBezTo>
                <a:lnTo>
                  <a:pt x="3037224" y="3315425"/>
                </a:lnTo>
                <a:lnTo>
                  <a:pt x="3325136" y="3315425"/>
                </a:lnTo>
                <a:lnTo>
                  <a:pt x="3325136" y="2796865"/>
                </a:lnTo>
                <a:cubicBezTo>
                  <a:pt x="3325136" y="2700364"/>
                  <a:pt x="3298890" y="2623747"/>
                  <a:pt x="3246398" y="2567013"/>
                </a:cubicBezTo>
                <a:cubicBezTo>
                  <a:pt x="3193906" y="2510278"/>
                  <a:pt x="3116228" y="2481911"/>
                  <a:pt x="3013364" y="2481911"/>
                </a:cubicBezTo>
                <a:cubicBezTo>
                  <a:pt x="2959281" y="2481911"/>
                  <a:pt x="2912091" y="2490130"/>
                  <a:pt x="2871794" y="2506567"/>
                </a:cubicBezTo>
                <a:cubicBezTo>
                  <a:pt x="2831497" y="2523004"/>
                  <a:pt x="2791730" y="2555083"/>
                  <a:pt x="2752493" y="2602803"/>
                </a:cubicBezTo>
                <a:lnTo>
                  <a:pt x="2752493" y="1995165"/>
                </a:lnTo>
                <a:close/>
                <a:moveTo>
                  <a:pt x="0" y="0"/>
                </a:moveTo>
                <a:lnTo>
                  <a:pt x="12644070" y="0"/>
                </a:lnTo>
                <a:lnTo>
                  <a:pt x="12644070" y="7114211"/>
                </a:lnTo>
                <a:lnTo>
                  <a:pt x="0" y="711421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500" b="1" dirty="0">
              <a:solidFill>
                <a:schemeClr val="bg1"/>
              </a:solidFill>
              <a:latin typeface="Futura" panose="020B0602020204020303" pitchFamily="34" charset="-79"/>
              <a:cs typeface="Futura" panose="020B0602020204020303" pitchFamily="34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455AE-4460-C243-4A52-1529CF724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2508" y="242103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sz="2400" dirty="0"/>
              <a:t>Venezuela → Stamford, CT</a:t>
            </a:r>
          </a:p>
          <a:p>
            <a:pPr marL="0" indent="0">
              <a:buNone/>
            </a:pPr>
            <a:r>
              <a:rPr sz="2400" dirty="0"/>
              <a:t>10 yrs Graphic Designer</a:t>
            </a:r>
            <a:endParaRPr lang="en-US" sz="2400" dirty="0"/>
          </a:p>
          <a:p>
            <a:pPr marL="0" indent="0">
              <a:buNone/>
            </a:pPr>
            <a:r>
              <a:rPr sz="2400" dirty="0"/>
              <a:t>Family’s “tech person”</a:t>
            </a:r>
          </a:p>
          <a:p>
            <a:pPr marL="0" indent="0">
              <a:buNone/>
            </a:pPr>
            <a:r>
              <a:rPr sz="2400" dirty="0"/>
              <a:t>Hobbies: Games, Music, Movies</a:t>
            </a:r>
          </a:p>
          <a:p>
            <a:pPr marL="0" indent="0">
              <a:buNone/>
            </a:pPr>
            <a:r>
              <a:rPr dirty="0"/>
              <a:t>Creative + Always Learning</a:t>
            </a:r>
          </a:p>
        </p:txBody>
      </p:sp>
    </p:spTree>
    <p:extLst>
      <p:ext uri="{BB962C8B-B14F-4D97-AF65-F5344CB8AC3E}">
        <p14:creationId xmlns:p14="http://schemas.microsoft.com/office/powerpoint/2010/main" val="1248052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03B3E-03FF-862A-3088-9B6D449F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ckground with a shield and a keyhole&#10;&#10;AI-generated content may be incorrect.">
            <a:extLst>
              <a:ext uri="{FF2B5EF4-FFF2-40B4-BE49-F238E27FC236}">
                <a16:creationId xmlns:a16="http://schemas.microsoft.com/office/drawing/2014/main" id="{D1900324-0DE0-12DD-2C40-CA957B1FF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938032" y="0"/>
            <a:ext cx="19658272" cy="7114211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outerShdw blurRad="810607" dir="5400000" algn="ctr" rotWithShape="0">
              <a:schemeClr val="tx1">
                <a:alpha val="43000"/>
              </a:scheme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471FB2-BB8D-27A9-FE1D-2D2994E59054}"/>
              </a:ext>
            </a:extLst>
          </p:cNvPr>
          <p:cNvSpPr txBox="1"/>
          <p:nvPr/>
        </p:nvSpPr>
        <p:spPr>
          <a:xfrm>
            <a:off x="-227624" y="-1"/>
            <a:ext cx="12644070" cy="7114211"/>
          </a:xfrm>
          <a:custGeom>
            <a:avLst/>
            <a:gdLst/>
            <a:ahLst/>
            <a:cxnLst/>
            <a:rect l="l" t="t" r="r" b="b"/>
            <a:pathLst>
              <a:path w="12644070" h="7114211">
                <a:moveTo>
                  <a:pt x="6327979" y="4106770"/>
                </a:moveTo>
                <a:cubicBezTo>
                  <a:pt x="6317006" y="4106770"/>
                  <a:pt x="6306605" y="4108827"/>
                  <a:pt x="6296774" y="4112942"/>
                </a:cubicBezTo>
                <a:cubicBezTo>
                  <a:pt x="6286944" y="4117057"/>
                  <a:pt x="6278373" y="4122772"/>
                  <a:pt x="6271057" y="4130087"/>
                </a:cubicBezTo>
                <a:cubicBezTo>
                  <a:pt x="6263742" y="4137402"/>
                  <a:pt x="6258027" y="4145975"/>
                  <a:pt x="6253912" y="4155804"/>
                </a:cubicBezTo>
                <a:cubicBezTo>
                  <a:pt x="6249797" y="4165634"/>
                  <a:pt x="6247740" y="4176036"/>
                  <a:pt x="6247740" y="4187008"/>
                </a:cubicBezTo>
                <a:cubicBezTo>
                  <a:pt x="6247740" y="4197981"/>
                  <a:pt x="6249797" y="4208382"/>
                  <a:pt x="6253912" y="4218212"/>
                </a:cubicBezTo>
                <a:cubicBezTo>
                  <a:pt x="6258027" y="4228042"/>
                  <a:pt x="6263742" y="4236615"/>
                  <a:pt x="6271057" y="4243930"/>
                </a:cubicBezTo>
                <a:cubicBezTo>
                  <a:pt x="6278373" y="4251245"/>
                  <a:pt x="6286944" y="4256960"/>
                  <a:pt x="6296774" y="4261075"/>
                </a:cubicBezTo>
                <a:cubicBezTo>
                  <a:pt x="6306605" y="4265190"/>
                  <a:pt x="6317006" y="4267247"/>
                  <a:pt x="6327979" y="4267247"/>
                </a:cubicBezTo>
                <a:cubicBezTo>
                  <a:pt x="6338951" y="4267247"/>
                  <a:pt x="6349353" y="4265190"/>
                  <a:pt x="6359183" y="4261075"/>
                </a:cubicBezTo>
                <a:cubicBezTo>
                  <a:pt x="6369012" y="4256960"/>
                  <a:pt x="6377585" y="4251245"/>
                  <a:pt x="6384900" y="4243930"/>
                </a:cubicBezTo>
                <a:cubicBezTo>
                  <a:pt x="6392215" y="4236615"/>
                  <a:pt x="6397930" y="4228042"/>
                  <a:pt x="6402045" y="4218212"/>
                </a:cubicBezTo>
                <a:cubicBezTo>
                  <a:pt x="6406160" y="4208382"/>
                  <a:pt x="6408217" y="4197981"/>
                  <a:pt x="6408217" y="4187008"/>
                </a:cubicBezTo>
                <a:cubicBezTo>
                  <a:pt x="6408217" y="4176036"/>
                  <a:pt x="6406160" y="4165634"/>
                  <a:pt x="6402045" y="4155804"/>
                </a:cubicBezTo>
                <a:cubicBezTo>
                  <a:pt x="6397930" y="4145975"/>
                  <a:pt x="6392215" y="4137402"/>
                  <a:pt x="6384900" y="4130087"/>
                </a:cubicBezTo>
                <a:cubicBezTo>
                  <a:pt x="6377585" y="4122772"/>
                  <a:pt x="6369012" y="4117057"/>
                  <a:pt x="6359183" y="4112942"/>
                </a:cubicBezTo>
                <a:cubicBezTo>
                  <a:pt x="6349353" y="4108827"/>
                  <a:pt x="6338951" y="4106770"/>
                  <a:pt x="6327979" y="4106770"/>
                </a:cubicBezTo>
                <a:close/>
                <a:moveTo>
                  <a:pt x="4399433" y="3997042"/>
                </a:moveTo>
                <a:cubicBezTo>
                  <a:pt x="4410863" y="3997042"/>
                  <a:pt x="4421492" y="3999213"/>
                  <a:pt x="4431322" y="4003557"/>
                </a:cubicBezTo>
                <a:cubicBezTo>
                  <a:pt x="4441152" y="4007900"/>
                  <a:pt x="4449725" y="4013730"/>
                  <a:pt x="4457040" y="4021045"/>
                </a:cubicBezTo>
                <a:cubicBezTo>
                  <a:pt x="4464355" y="4028360"/>
                  <a:pt x="4469955" y="4036932"/>
                  <a:pt x="4473843" y="4046762"/>
                </a:cubicBezTo>
                <a:cubicBezTo>
                  <a:pt x="4477728" y="4056592"/>
                  <a:pt x="4479671" y="4066993"/>
                  <a:pt x="4479671" y="4077966"/>
                </a:cubicBezTo>
                <a:cubicBezTo>
                  <a:pt x="4479671" y="4088482"/>
                  <a:pt x="4477501" y="4098540"/>
                  <a:pt x="4473156" y="4108141"/>
                </a:cubicBezTo>
                <a:cubicBezTo>
                  <a:pt x="4468813" y="4117743"/>
                  <a:pt x="4463098" y="4126201"/>
                  <a:pt x="4456011" y="4133516"/>
                </a:cubicBezTo>
                <a:cubicBezTo>
                  <a:pt x="4448924" y="4140831"/>
                  <a:pt x="4440581" y="4146546"/>
                  <a:pt x="4430980" y="4150661"/>
                </a:cubicBezTo>
                <a:cubicBezTo>
                  <a:pt x="4421378" y="4154776"/>
                  <a:pt x="4411092" y="4156833"/>
                  <a:pt x="4400119" y="4156833"/>
                </a:cubicBezTo>
                <a:cubicBezTo>
                  <a:pt x="4389146" y="4156833"/>
                  <a:pt x="4378744" y="4154661"/>
                  <a:pt x="4368915" y="4150318"/>
                </a:cubicBezTo>
                <a:cubicBezTo>
                  <a:pt x="4359085" y="4145975"/>
                  <a:pt x="4350512" y="4140260"/>
                  <a:pt x="4343197" y="4133173"/>
                </a:cubicBezTo>
                <a:cubicBezTo>
                  <a:pt x="4335882" y="4126086"/>
                  <a:pt x="4330167" y="4117743"/>
                  <a:pt x="4326053" y="4108141"/>
                </a:cubicBezTo>
                <a:cubicBezTo>
                  <a:pt x="4321937" y="4098540"/>
                  <a:pt x="4319880" y="4088253"/>
                  <a:pt x="4319880" y="4077280"/>
                </a:cubicBezTo>
                <a:cubicBezTo>
                  <a:pt x="4319880" y="4066308"/>
                  <a:pt x="4322051" y="4055906"/>
                  <a:pt x="4326395" y="4046076"/>
                </a:cubicBezTo>
                <a:cubicBezTo>
                  <a:pt x="4330738" y="4036247"/>
                  <a:pt x="4336453" y="4027674"/>
                  <a:pt x="4343540" y="4020359"/>
                </a:cubicBezTo>
                <a:cubicBezTo>
                  <a:pt x="4350627" y="4013044"/>
                  <a:pt x="4358971" y="4007329"/>
                  <a:pt x="4368572" y="4003214"/>
                </a:cubicBezTo>
                <a:cubicBezTo>
                  <a:pt x="4378173" y="3999099"/>
                  <a:pt x="4388460" y="3997042"/>
                  <a:pt x="4399433" y="3997042"/>
                </a:cubicBezTo>
                <a:close/>
                <a:moveTo>
                  <a:pt x="3918382" y="3997042"/>
                </a:moveTo>
                <a:cubicBezTo>
                  <a:pt x="3929355" y="3997042"/>
                  <a:pt x="3939756" y="3999099"/>
                  <a:pt x="3949586" y="4003214"/>
                </a:cubicBezTo>
                <a:cubicBezTo>
                  <a:pt x="3959416" y="4007329"/>
                  <a:pt x="3967874" y="4013044"/>
                  <a:pt x="3974961" y="4020359"/>
                </a:cubicBezTo>
                <a:cubicBezTo>
                  <a:pt x="3982047" y="4027674"/>
                  <a:pt x="3987762" y="4036247"/>
                  <a:pt x="3992106" y="4046076"/>
                </a:cubicBezTo>
                <a:cubicBezTo>
                  <a:pt x="3996449" y="4055906"/>
                  <a:pt x="3998621" y="4066308"/>
                  <a:pt x="3998621" y="4077280"/>
                </a:cubicBezTo>
                <a:cubicBezTo>
                  <a:pt x="3998621" y="4088253"/>
                  <a:pt x="3996449" y="4098540"/>
                  <a:pt x="3992106" y="4108141"/>
                </a:cubicBezTo>
                <a:cubicBezTo>
                  <a:pt x="3987762" y="4117743"/>
                  <a:pt x="3982047" y="4126201"/>
                  <a:pt x="3974961" y="4133516"/>
                </a:cubicBezTo>
                <a:cubicBezTo>
                  <a:pt x="3967874" y="4140831"/>
                  <a:pt x="3959416" y="4146546"/>
                  <a:pt x="3949586" y="4150661"/>
                </a:cubicBezTo>
                <a:cubicBezTo>
                  <a:pt x="3939756" y="4154776"/>
                  <a:pt x="3929355" y="4156833"/>
                  <a:pt x="3918382" y="4156833"/>
                </a:cubicBezTo>
                <a:cubicBezTo>
                  <a:pt x="3906952" y="4156833"/>
                  <a:pt x="3896322" y="4154776"/>
                  <a:pt x="3886492" y="4150661"/>
                </a:cubicBezTo>
                <a:cubicBezTo>
                  <a:pt x="3876662" y="4146546"/>
                  <a:pt x="3868204" y="4140831"/>
                  <a:pt x="3861118" y="4133516"/>
                </a:cubicBezTo>
                <a:cubicBezTo>
                  <a:pt x="3854031" y="4126201"/>
                  <a:pt x="3848431" y="4117628"/>
                  <a:pt x="3844315" y="4107798"/>
                </a:cubicBezTo>
                <a:cubicBezTo>
                  <a:pt x="3840201" y="4097969"/>
                  <a:pt x="3838143" y="4087339"/>
                  <a:pt x="3838144" y="4075909"/>
                </a:cubicBezTo>
                <a:cubicBezTo>
                  <a:pt x="3838143" y="4064936"/>
                  <a:pt x="3840201" y="4054763"/>
                  <a:pt x="3844315" y="4045391"/>
                </a:cubicBezTo>
                <a:cubicBezTo>
                  <a:pt x="3848431" y="4036018"/>
                  <a:pt x="3854031" y="4027674"/>
                  <a:pt x="3861118" y="4020359"/>
                </a:cubicBezTo>
                <a:cubicBezTo>
                  <a:pt x="3868204" y="4013044"/>
                  <a:pt x="3876662" y="4007329"/>
                  <a:pt x="3886492" y="4003214"/>
                </a:cubicBezTo>
                <a:cubicBezTo>
                  <a:pt x="3896322" y="3999099"/>
                  <a:pt x="3906952" y="3997042"/>
                  <a:pt x="3918382" y="3997042"/>
                </a:cubicBezTo>
                <a:close/>
                <a:moveTo>
                  <a:pt x="1146607" y="3997042"/>
                </a:moveTo>
                <a:cubicBezTo>
                  <a:pt x="1157580" y="3997042"/>
                  <a:pt x="1167981" y="3999099"/>
                  <a:pt x="1177811" y="4003214"/>
                </a:cubicBezTo>
                <a:cubicBezTo>
                  <a:pt x="1187641" y="4007329"/>
                  <a:pt x="1196099" y="4013044"/>
                  <a:pt x="1203185" y="4020359"/>
                </a:cubicBezTo>
                <a:cubicBezTo>
                  <a:pt x="1210272" y="4027674"/>
                  <a:pt x="1215987" y="4036247"/>
                  <a:pt x="1220330" y="4046076"/>
                </a:cubicBezTo>
                <a:cubicBezTo>
                  <a:pt x="1224674" y="4055906"/>
                  <a:pt x="1226846" y="4066308"/>
                  <a:pt x="1226846" y="4077280"/>
                </a:cubicBezTo>
                <a:cubicBezTo>
                  <a:pt x="1226846" y="4088253"/>
                  <a:pt x="1224674" y="4098540"/>
                  <a:pt x="1220330" y="4108141"/>
                </a:cubicBezTo>
                <a:cubicBezTo>
                  <a:pt x="1215987" y="4117743"/>
                  <a:pt x="1210272" y="4126201"/>
                  <a:pt x="1203185" y="4133516"/>
                </a:cubicBezTo>
                <a:cubicBezTo>
                  <a:pt x="1196099" y="4140831"/>
                  <a:pt x="1187641" y="4146546"/>
                  <a:pt x="1177811" y="4150661"/>
                </a:cubicBezTo>
                <a:cubicBezTo>
                  <a:pt x="1167981" y="4154776"/>
                  <a:pt x="1157580" y="4156833"/>
                  <a:pt x="1146607" y="4156833"/>
                </a:cubicBezTo>
                <a:cubicBezTo>
                  <a:pt x="1135177" y="4156833"/>
                  <a:pt x="1124547" y="4154776"/>
                  <a:pt x="1114717" y="4150661"/>
                </a:cubicBezTo>
                <a:cubicBezTo>
                  <a:pt x="1104887" y="4146546"/>
                  <a:pt x="1096429" y="4140831"/>
                  <a:pt x="1089343" y="4133516"/>
                </a:cubicBezTo>
                <a:cubicBezTo>
                  <a:pt x="1082256" y="4126201"/>
                  <a:pt x="1076655" y="4117628"/>
                  <a:pt x="1072541" y="4107798"/>
                </a:cubicBezTo>
                <a:cubicBezTo>
                  <a:pt x="1068426" y="4097969"/>
                  <a:pt x="1066368" y="4087339"/>
                  <a:pt x="1066368" y="4075909"/>
                </a:cubicBezTo>
                <a:cubicBezTo>
                  <a:pt x="1066368" y="4064936"/>
                  <a:pt x="1068426" y="4054763"/>
                  <a:pt x="1072541" y="4045391"/>
                </a:cubicBezTo>
                <a:cubicBezTo>
                  <a:pt x="1076655" y="4036018"/>
                  <a:pt x="1082256" y="4027674"/>
                  <a:pt x="1089343" y="4020359"/>
                </a:cubicBezTo>
                <a:cubicBezTo>
                  <a:pt x="1096429" y="4013044"/>
                  <a:pt x="1104887" y="4007329"/>
                  <a:pt x="1114717" y="4003214"/>
                </a:cubicBezTo>
                <a:cubicBezTo>
                  <a:pt x="1124547" y="3999099"/>
                  <a:pt x="1135177" y="3997042"/>
                  <a:pt x="1146607" y="3997042"/>
                </a:cubicBezTo>
                <a:close/>
                <a:moveTo>
                  <a:pt x="4872940" y="3995670"/>
                </a:moveTo>
                <a:cubicBezTo>
                  <a:pt x="4883912" y="3995670"/>
                  <a:pt x="4894314" y="3997728"/>
                  <a:pt x="4904144" y="4001842"/>
                </a:cubicBezTo>
                <a:cubicBezTo>
                  <a:pt x="4913973" y="4005957"/>
                  <a:pt x="4922431" y="4011672"/>
                  <a:pt x="4929518" y="4018987"/>
                </a:cubicBezTo>
                <a:cubicBezTo>
                  <a:pt x="4936605" y="4026303"/>
                  <a:pt x="4942319" y="4034875"/>
                  <a:pt x="4946663" y="4044705"/>
                </a:cubicBezTo>
                <a:cubicBezTo>
                  <a:pt x="4951006" y="4054535"/>
                  <a:pt x="4953178" y="4064936"/>
                  <a:pt x="4953178" y="4075909"/>
                </a:cubicBezTo>
                <a:cubicBezTo>
                  <a:pt x="4953178" y="4087339"/>
                  <a:pt x="4951006" y="4097969"/>
                  <a:pt x="4946663" y="4107798"/>
                </a:cubicBezTo>
                <a:cubicBezTo>
                  <a:pt x="4942319" y="4117628"/>
                  <a:pt x="4936605" y="4126201"/>
                  <a:pt x="4929518" y="4133516"/>
                </a:cubicBezTo>
                <a:cubicBezTo>
                  <a:pt x="4922431" y="4140831"/>
                  <a:pt x="4913973" y="4146546"/>
                  <a:pt x="4904144" y="4150661"/>
                </a:cubicBezTo>
                <a:cubicBezTo>
                  <a:pt x="4894314" y="4154776"/>
                  <a:pt x="4883912" y="4156833"/>
                  <a:pt x="4872940" y="4156833"/>
                </a:cubicBezTo>
                <a:cubicBezTo>
                  <a:pt x="4861967" y="4156833"/>
                  <a:pt x="4851566" y="4154776"/>
                  <a:pt x="4841736" y="4150661"/>
                </a:cubicBezTo>
                <a:cubicBezTo>
                  <a:pt x="4831906" y="4146546"/>
                  <a:pt x="4823448" y="4140831"/>
                  <a:pt x="4816361" y="4133516"/>
                </a:cubicBezTo>
                <a:cubicBezTo>
                  <a:pt x="4809274" y="4126201"/>
                  <a:pt x="4803559" y="4117628"/>
                  <a:pt x="4799216" y="4107798"/>
                </a:cubicBezTo>
                <a:cubicBezTo>
                  <a:pt x="4794872" y="4097969"/>
                  <a:pt x="4792701" y="4087110"/>
                  <a:pt x="4792701" y="4075223"/>
                </a:cubicBezTo>
                <a:cubicBezTo>
                  <a:pt x="4792701" y="4064250"/>
                  <a:pt x="4794872" y="4053963"/>
                  <a:pt x="4799216" y="4044362"/>
                </a:cubicBezTo>
                <a:cubicBezTo>
                  <a:pt x="4803559" y="4034761"/>
                  <a:pt x="4809274" y="4026303"/>
                  <a:pt x="4816361" y="4018987"/>
                </a:cubicBezTo>
                <a:cubicBezTo>
                  <a:pt x="4823448" y="4011672"/>
                  <a:pt x="4831906" y="4005957"/>
                  <a:pt x="4841736" y="4001842"/>
                </a:cubicBezTo>
                <a:cubicBezTo>
                  <a:pt x="4851566" y="3997728"/>
                  <a:pt x="4861967" y="3995670"/>
                  <a:pt x="4872940" y="3995670"/>
                </a:cubicBezTo>
                <a:close/>
                <a:moveTo>
                  <a:pt x="5546395" y="3968238"/>
                </a:moveTo>
                <a:cubicBezTo>
                  <a:pt x="5564683" y="3968238"/>
                  <a:pt x="5580228" y="3973496"/>
                  <a:pt x="5593030" y="3984012"/>
                </a:cubicBezTo>
                <a:cubicBezTo>
                  <a:pt x="5605831" y="3994527"/>
                  <a:pt x="5614289" y="4008472"/>
                  <a:pt x="5618404" y="4025845"/>
                </a:cubicBezTo>
                <a:lnTo>
                  <a:pt x="5476444" y="4025845"/>
                </a:lnTo>
                <a:cubicBezTo>
                  <a:pt x="5479643" y="4007557"/>
                  <a:pt x="5487302" y="3993384"/>
                  <a:pt x="5499418" y="3983326"/>
                </a:cubicBezTo>
                <a:cubicBezTo>
                  <a:pt x="5511534" y="3973267"/>
                  <a:pt x="5527193" y="3968238"/>
                  <a:pt x="5546395" y="3968238"/>
                </a:cubicBezTo>
                <a:close/>
                <a:moveTo>
                  <a:pt x="2269795" y="3968238"/>
                </a:moveTo>
                <a:cubicBezTo>
                  <a:pt x="2288083" y="3968238"/>
                  <a:pt x="2303628" y="3973496"/>
                  <a:pt x="2316430" y="3984012"/>
                </a:cubicBezTo>
                <a:cubicBezTo>
                  <a:pt x="2329231" y="3994527"/>
                  <a:pt x="2337689" y="4008472"/>
                  <a:pt x="2341804" y="4025845"/>
                </a:cubicBezTo>
                <a:lnTo>
                  <a:pt x="2199843" y="4025845"/>
                </a:lnTo>
                <a:cubicBezTo>
                  <a:pt x="2203044" y="4007557"/>
                  <a:pt x="2210702" y="3993384"/>
                  <a:pt x="2222818" y="3983326"/>
                </a:cubicBezTo>
                <a:cubicBezTo>
                  <a:pt x="2234934" y="3973267"/>
                  <a:pt x="2250593" y="3968238"/>
                  <a:pt x="2269795" y="3968238"/>
                </a:cubicBezTo>
                <a:close/>
                <a:moveTo>
                  <a:pt x="1875079" y="3901030"/>
                </a:moveTo>
                <a:lnTo>
                  <a:pt x="1875079" y="4252845"/>
                </a:lnTo>
                <a:lnTo>
                  <a:pt x="1999209" y="4252845"/>
                </a:lnTo>
                <a:lnTo>
                  <a:pt x="1999209" y="3901030"/>
                </a:lnTo>
                <a:close/>
                <a:moveTo>
                  <a:pt x="1384884" y="3901030"/>
                </a:moveTo>
                <a:lnTo>
                  <a:pt x="1565936" y="4252845"/>
                </a:lnTo>
                <a:lnTo>
                  <a:pt x="1648917" y="4252845"/>
                </a:lnTo>
                <a:lnTo>
                  <a:pt x="1832026" y="3901030"/>
                </a:lnTo>
                <a:lnTo>
                  <a:pt x="1693495" y="3901030"/>
                </a:lnTo>
                <a:lnTo>
                  <a:pt x="1608455" y="4081395"/>
                </a:lnTo>
                <a:lnTo>
                  <a:pt x="1524788" y="3901030"/>
                </a:lnTo>
                <a:close/>
                <a:moveTo>
                  <a:pt x="2772334" y="3893486"/>
                </a:moveTo>
                <a:cubicBezTo>
                  <a:pt x="2746731" y="3893486"/>
                  <a:pt x="2724328" y="3899087"/>
                  <a:pt x="2705126" y="3910288"/>
                </a:cubicBezTo>
                <a:cubicBezTo>
                  <a:pt x="2685923" y="3921489"/>
                  <a:pt x="2669693" y="3937606"/>
                  <a:pt x="2656434" y="3958637"/>
                </a:cubicBezTo>
                <a:lnTo>
                  <a:pt x="2656434" y="3901030"/>
                </a:lnTo>
                <a:lnTo>
                  <a:pt x="2532304" y="3901030"/>
                </a:lnTo>
                <a:lnTo>
                  <a:pt x="2532304" y="4252845"/>
                </a:lnTo>
                <a:lnTo>
                  <a:pt x="2656434" y="4252845"/>
                </a:lnTo>
                <a:lnTo>
                  <a:pt x="2656434" y="4101969"/>
                </a:lnTo>
                <a:cubicBezTo>
                  <a:pt x="2656434" y="4069051"/>
                  <a:pt x="2663635" y="4044019"/>
                  <a:pt x="2678037" y="4026874"/>
                </a:cubicBezTo>
                <a:cubicBezTo>
                  <a:pt x="2692438" y="4009729"/>
                  <a:pt x="2714041" y="4001157"/>
                  <a:pt x="2742845" y="4001157"/>
                </a:cubicBezTo>
                <a:cubicBezTo>
                  <a:pt x="2762047" y="4001157"/>
                  <a:pt x="2779878" y="4005271"/>
                  <a:pt x="2796337" y="4013501"/>
                </a:cubicBezTo>
                <a:lnTo>
                  <a:pt x="2796337" y="3894858"/>
                </a:lnTo>
                <a:cubicBezTo>
                  <a:pt x="2791308" y="3893943"/>
                  <a:pt x="2786851" y="3893486"/>
                  <a:pt x="2782964" y="3893486"/>
                </a:cubicBezTo>
                <a:cubicBezTo>
                  <a:pt x="2779078" y="3893486"/>
                  <a:pt x="2775534" y="3893486"/>
                  <a:pt x="2772334" y="3893486"/>
                </a:cubicBezTo>
                <a:close/>
                <a:moveTo>
                  <a:pt x="4431665" y="3890057"/>
                </a:moveTo>
                <a:cubicBezTo>
                  <a:pt x="4385945" y="3890057"/>
                  <a:pt x="4349827" y="3906745"/>
                  <a:pt x="4323309" y="3940120"/>
                </a:cubicBezTo>
                <a:lnTo>
                  <a:pt x="4323309" y="3901030"/>
                </a:lnTo>
                <a:lnTo>
                  <a:pt x="4199179" y="3901030"/>
                </a:lnTo>
                <a:lnTo>
                  <a:pt x="4199179" y="4428410"/>
                </a:lnTo>
                <a:lnTo>
                  <a:pt x="4323309" y="4428410"/>
                </a:lnTo>
                <a:lnTo>
                  <a:pt x="4323309" y="4218555"/>
                </a:lnTo>
                <a:cubicBezTo>
                  <a:pt x="4352570" y="4248730"/>
                  <a:pt x="4389146" y="4263818"/>
                  <a:pt x="4433038" y="4263818"/>
                </a:cubicBezTo>
                <a:cubicBezTo>
                  <a:pt x="4458183" y="4263818"/>
                  <a:pt x="4481500" y="4259017"/>
                  <a:pt x="4502989" y="4249416"/>
                </a:cubicBezTo>
                <a:cubicBezTo>
                  <a:pt x="4524477" y="4239815"/>
                  <a:pt x="4543108" y="4226556"/>
                  <a:pt x="4558881" y="4209640"/>
                </a:cubicBezTo>
                <a:cubicBezTo>
                  <a:pt x="4574655" y="4192723"/>
                  <a:pt x="4587000" y="4173064"/>
                  <a:pt x="4595914" y="4150661"/>
                </a:cubicBezTo>
                <a:cubicBezTo>
                  <a:pt x="4604830" y="4128258"/>
                  <a:pt x="4609287" y="4104027"/>
                  <a:pt x="4609287" y="4077966"/>
                </a:cubicBezTo>
                <a:cubicBezTo>
                  <a:pt x="4609287" y="4051906"/>
                  <a:pt x="4604830" y="4027446"/>
                  <a:pt x="4595914" y="4004586"/>
                </a:cubicBezTo>
                <a:cubicBezTo>
                  <a:pt x="4587000" y="3981726"/>
                  <a:pt x="4574540" y="3961837"/>
                  <a:pt x="4558538" y="3944921"/>
                </a:cubicBezTo>
                <a:cubicBezTo>
                  <a:pt x="4542537" y="3928005"/>
                  <a:pt x="4523677" y="3914631"/>
                  <a:pt x="4501960" y="3904802"/>
                </a:cubicBezTo>
                <a:cubicBezTo>
                  <a:pt x="4480243" y="3894972"/>
                  <a:pt x="4456811" y="3890057"/>
                  <a:pt x="4431665" y="3890057"/>
                </a:cubicBezTo>
                <a:close/>
                <a:moveTo>
                  <a:pt x="3885464" y="3890057"/>
                </a:moveTo>
                <a:cubicBezTo>
                  <a:pt x="3859403" y="3890057"/>
                  <a:pt x="3835629" y="3894972"/>
                  <a:pt x="3814141" y="3904802"/>
                </a:cubicBezTo>
                <a:cubicBezTo>
                  <a:pt x="3792652" y="3914631"/>
                  <a:pt x="3774135" y="3928005"/>
                  <a:pt x="3758591" y="3944921"/>
                </a:cubicBezTo>
                <a:cubicBezTo>
                  <a:pt x="3743046" y="3961837"/>
                  <a:pt x="3730930" y="3981611"/>
                  <a:pt x="3722243" y="4004243"/>
                </a:cubicBezTo>
                <a:cubicBezTo>
                  <a:pt x="3713557" y="4026874"/>
                  <a:pt x="3709213" y="4050763"/>
                  <a:pt x="3709213" y="4075909"/>
                </a:cubicBezTo>
                <a:cubicBezTo>
                  <a:pt x="3709213" y="4102884"/>
                  <a:pt x="3713671" y="4127801"/>
                  <a:pt x="3722586" y="4150661"/>
                </a:cubicBezTo>
                <a:cubicBezTo>
                  <a:pt x="3731502" y="4173521"/>
                  <a:pt x="3743960" y="4193409"/>
                  <a:pt x="3759962" y="4210326"/>
                </a:cubicBezTo>
                <a:cubicBezTo>
                  <a:pt x="3775964" y="4227242"/>
                  <a:pt x="3794709" y="4240386"/>
                  <a:pt x="3816198" y="4249759"/>
                </a:cubicBezTo>
                <a:cubicBezTo>
                  <a:pt x="3837686" y="4259132"/>
                  <a:pt x="3861232" y="4263818"/>
                  <a:pt x="3886835" y="4263818"/>
                </a:cubicBezTo>
                <a:cubicBezTo>
                  <a:pt x="3932098" y="4263818"/>
                  <a:pt x="3967988" y="4247130"/>
                  <a:pt x="3994506" y="4213755"/>
                </a:cubicBezTo>
                <a:lnTo>
                  <a:pt x="3994506" y="4252845"/>
                </a:lnTo>
                <a:lnTo>
                  <a:pt x="4119322" y="4252845"/>
                </a:lnTo>
                <a:lnTo>
                  <a:pt x="4119322" y="3901030"/>
                </a:lnTo>
                <a:lnTo>
                  <a:pt x="3994506" y="3901030"/>
                </a:lnTo>
                <a:lnTo>
                  <a:pt x="3994506" y="3936006"/>
                </a:lnTo>
                <a:cubicBezTo>
                  <a:pt x="3965702" y="3905373"/>
                  <a:pt x="3929355" y="3890057"/>
                  <a:pt x="3885464" y="3890057"/>
                </a:cubicBezTo>
                <a:close/>
                <a:moveTo>
                  <a:pt x="1113689" y="3890057"/>
                </a:moveTo>
                <a:cubicBezTo>
                  <a:pt x="1087628" y="3890057"/>
                  <a:pt x="1063854" y="3894972"/>
                  <a:pt x="1042365" y="3904802"/>
                </a:cubicBezTo>
                <a:cubicBezTo>
                  <a:pt x="1020877" y="3914631"/>
                  <a:pt x="1002360" y="3928005"/>
                  <a:pt x="986816" y="3944921"/>
                </a:cubicBezTo>
                <a:cubicBezTo>
                  <a:pt x="971271" y="3961837"/>
                  <a:pt x="959155" y="3981611"/>
                  <a:pt x="950468" y="4004243"/>
                </a:cubicBezTo>
                <a:cubicBezTo>
                  <a:pt x="941781" y="4026874"/>
                  <a:pt x="937438" y="4050763"/>
                  <a:pt x="937438" y="4075909"/>
                </a:cubicBezTo>
                <a:cubicBezTo>
                  <a:pt x="937438" y="4102884"/>
                  <a:pt x="941896" y="4127801"/>
                  <a:pt x="950811" y="4150661"/>
                </a:cubicBezTo>
                <a:cubicBezTo>
                  <a:pt x="959727" y="4173521"/>
                  <a:pt x="972185" y="4193409"/>
                  <a:pt x="988187" y="4210326"/>
                </a:cubicBezTo>
                <a:cubicBezTo>
                  <a:pt x="1004189" y="4227242"/>
                  <a:pt x="1022934" y="4240386"/>
                  <a:pt x="1044423" y="4249759"/>
                </a:cubicBezTo>
                <a:cubicBezTo>
                  <a:pt x="1065911" y="4259132"/>
                  <a:pt x="1089457" y="4263818"/>
                  <a:pt x="1115060" y="4263818"/>
                </a:cubicBezTo>
                <a:cubicBezTo>
                  <a:pt x="1160323" y="4263818"/>
                  <a:pt x="1196213" y="4247130"/>
                  <a:pt x="1222731" y="4213755"/>
                </a:cubicBezTo>
                <a:lnTo>
                  <a:pt x="1222731" y="4252845"/>
                </a:lnTo>
                <a:lnTo>
                  <a:pt x="1347546" y="4252845"/>
                </a:lnTo>
                <a:lnTo>
                  <a:pt x="1347546" y="3901030"/>
                </a:lnTo>
                <a:lnTo>
                  <a:pt x="1222731" y="3901030"/>
                </a:lnTo>
                <a:lnTo>
                  <a:pt x="1222731" y="3936006"/>
                </a:lnTo>
                <a:cubicBezTo>
                  <a:pt x="1193927" y="3905373"/>
                  <a:pt x="1157580" y="3890057"/>
                  <a:pt x="1113689" y="3890057"/>
                </a:cubicBezTo>
                <a:close/>
                <a:moveTo>
                  <a:pt x="5970753" y="3888000"/>
                </a:moveTo>
                <a:cubicBezTo>
                  <a:pt x="5946978" y="3888000"/>
                  <a:pt x="5925375" y="3890971"/>
                  <a:pt x="5905945" y="3896915"/>
                </a:cubicBezTo>
                <a:cubicBezTo>
                  <a:pt x="5886514" y="3902859"/>
                  <a:pt x="5869940" y="3911317"/>
                  <a:pt x="5856224" y="3922290"/>
                </a:cubicBezTo>
                <a:cubicBezTo>
                  <a:pt x="5842509" y="3933262"/>
                  <a:pt x="5831992" y="3946635"/>
                  <a:pt x="5824678" y="3962409"/>
                </a:cubicBezTo>
                <a:cubicBezTo>
                  <a:pt x="5817362" y="3978182"/>
                  <a:pt x="5813705" y="3995899"/>
                  <a:pt x="5813705" y="4015558"/>
                </a:cubicBezTo>
                <a:cubicBezTo>
                  <a:pt x="5813705" y="4042533"/>
                  <a:pt x="5821363" y="4063679"/>
                  <a:pt x="5836679" y="4078995"/>
                </a:cubicBezTo>
                <a:cubicBezTo>
                  <a:pt x="5851995" y="4094311"/>
                  <a:pt x="5878856" y="4105855"/>
                  <a:pt x="5917260" y="4113628"/>
                </a:cubicBezTo>
                <a:cubicBezTo>
                  <a:pt x="5928690" y="4115914"/>
                  <a:pt x="5937948" y="4118085"/>
                  <a:pt x="5945035" y="4120143"/>
                </a:cubicBezTo>
                <a:cubicBezTo>
                  <a:pt x="5952122" y="4122200"/>
                  <a:pt x="5957494" y="4124486"/>
                  <a:pt x="5961152" y="4127001"/>
                </a:cubicBezTo>
                <a:cubicBezTo>
                  <a:pt x="5964810" y="4129515"/>
                  <a:pt x="5967209" y="4132259"/>
                  <a:pt x="5968353" y="4135230"/>
                </a:cubicBezTo>
                <a:cubicBezTo>
                  <a:pt x="5969496" y="4138202"/>
                  <a:pt x="5970067" y="4141974"/>
                  <a:pt x="5970067" y="4146546"/>
                </a:cubicBezTo>
                <a:cubicBezTo>
                  <a:pt x="5970067" y="4154319"/>
                  <a:pt x="5966410" y="4160719"/>
                  <a:pt x="5959094" y="4165749"/>
                </a:cubicBezTo>
                <a:cubicBezTo>
                  <a:pt x="5951779" y="4170778"/>
                  <a:pt x="5942406" y="4173292"/>
                  <a:pt x="5930977" y="4173292"/>
                </a:cubicBezTo>
                <a:cubicBezTo>
                  <a:pt x="5899886" y="4173292"/>
                  <a:pt x="5866969" y="4161405"/>
                  <a:pt x="5832221" y="4137631"/>
                </a:cubicBezTo>
                <a:lnTo>
                  <a:pt x="5786958" y="4225413"/>
                </a:lnTo>
                <a:cubicBezTo>
                  <a:pt x="5833135" y="4252388"/>
                  <a:pt x="5879999" y="4265875"/>
                  <a:pt x="5927547" y="4265875"/>
                </a:cubicBezTo>
                <a:cubicBezTo>
                  <a:pt x="5952236" y="4265875"/>
                  <a:pt x="5974868" y="4262789"/>
                  <a:pt x="5995442" y="4256617"/>
                </a:cubicBezTo>
                <a:cubicBezTo>
                  <a:pt x="6016015" y="4250445"/>
                  <a:pt x="6033618" y="4241758"/>
                  <a:pt x="6048248" y="4230557"/>
                </a:cubicBezTo>
                <a:cubicBezTo>
                  <a:pt x="6062878" y="4219355"/>
                  <a:pt x="6074308" y="4205525"/>
                  <a:pt x="6082539" y="4189066"/>
                </a:cubicBezTo>
                <a:cubicBezTo>
                  <a:pt x="6090768" y="4172607"/>
                  <a:pt x="6094882" y="4154090"/>
                  <a:pt x="6094883" y="4133516"/>
                </a:cubicBezTo>
                <a:cubicBezTo>
                  <a:pt x="6094882" y="4106084"/>
                  <a:pt x="6086424" y="4083567"/>
                  <a:pt x="6069509" y="4065965"/>
                </a:cubicBezTo>
                <a:cubicBezTo>
                  <a:pt x="6052591" y="4048362"/>
                  <a:pt x="6026988" y="4036132"/>
                  <a:pt x="5992698" y="4029274"/>
                </a:cubicBezTo>
                <a:cubicBezTo>
                  <a:pt x="5980354" y="4026531"/>
                  <a:pt x="5970410" y="4024245"/>
                  <a:pt x="5962866" y="4022416"/>
                </a:cubicBezTo>
                <a:cubicBezTo>
                  <a:pt x="5955322" y="4020588"/>
                  <a:pt x="5949607" y="4018530"/>
                  <a:pt x="5945721" y="4016244"/>
                </a:cubicBezTo>
                <a:cubicBezTo>
                  <a:pt x="5941835" y="4013958"/>
                  <a:pt x="5939321" y="4011558"/>
                  <a:pt x="5938178" y="4009043"/>
                </a:cubicBezTo>
                <a:cubicBezTo>
                  <a:pt x="5937034" y="4006529"/>
                  <a:pt x="5936463" y="4003214"/>
                  <a:pt x="5936463" y="3999099"/>
                </a:cubicBezTo>
                <a:cubicBezTo>
                  <a:pt x="5936463" y="3991327"/>
                  <a:pt x="5940006" y="3985155"/>
                  <a:pt x="5947093" y="3980583"/>
                </a:cubicBezTo>
                <a:cubicBezTo>
                  <a:pt x="5954180" y="3976011"/>
                  <a:pt x="5963438" y="3973725"/>
                  <a:pt x="5974868" y="3973725"/>
                </a:cubicBezTo>
                <a:cubicBezTo>
                  <a:pt x="5996813" y="3973725"/>
                  <a:pt x="6019216" y="3979668"/>
                  <a:pt x="6042076" y="3991555"/>
                </a:cubicBezTo>
                <a:lnTo>
                  <a:pt x="6083910" y="3910631"/>
                </a:lnTo>
                <a:cubicBezTo>
                  <a:pt x="6047333" y="3895543"/>
                  <a:pt x="6009615" y="3888000"/>
                  <a:pt x="5970753" y="3888000"/>
                </a:cubicBezTo>
                <a:close/>
                <a:moveTo>
                  <a:pt x="5542966" y="3888000"/>
                </a:moveTo>
                <a:cubicBezTo>
                  <a:pt x="5512791" y="3888000"/>
                  <a:pt x="5485702" y="3892457"/>
                  <a:pt x="5461699" y="3901373"/>
                </a:cubicBezTo>
                <a:cubicBezTo>
                  <a:pt x="5437695" y="3910288"/>
                  <a:pt x="5417236" y="3922975"/>
                  <a:pt x="5400320" y="3939435"/>
                </a:cubicBezTo>
                <a:cubicBezTo>
                  <a:pt x="5383403" y="3955894"/>
                  <a:pt x="5370373" y="3975896"/>
                  <a:pt x="5361230" y="3999442"/>
                </a:cubicBezTo>
                <a:cubicBezTo>
                  <a:pt x="5352085" y="4022988"/>
                  <a:pt x="5347512" y="4049391"/>
                  <a:pt x="5347513" y="4078652"/>
                </a:cubicBezTo>
                <a:cubicBezTo>
                  <a:pt x="5347512" y="4106998"/>
                  <a:pt x="5352314" y="4132602"/>
                  <a:pt x="5361916" y="4155462"/>
                </a:cubicBezTo>
                <a:cubicBezTo>
                  <a:pt x="5371516" y="4178322"/>
                  <a:pt x="5385118" y="4197981"/>
                  <a:pt x="5402721" y="4214440"/>
                </a:cubicBezTo>
                <a:cubicBezTo>
                  <a:pt x="5420322" y="4230900"/>
                  <a:pt x="5441468" y="4243587"/>
                  <a:pt x="5466157" y="4252502"/>
                </a:cubicBezTo>
                <a:cubicBezTo>
                  <a:pt x="5490845" y="4261418"/>
                  <a:pt x="5518049" y="4265875"/>
                  <a:pt x="5547767" y="4265875"/>
                </a:cubicBezTo>
                <a:cubicBezTo>
                  <a:pt x="5644693" y="4265875"/>
                  <a:pt x="5705272" y="4225642"/>
                  <a:pt x="5729504" y="4145175"/>
                </a:cubicBezTo>
                <a:lnTo>
                  <a:pt x="5609488" y="4145175"/>
                </a:lnTo>
                <a:cubicBezTo>
                  <a:pt x="5595772" y="4167120"/>
                  <a:pt x="5575427" y="4178093"/>
                  <a:pt x="5548453" y="4178093"/>
                </a:cubicBezTo>
                <a:cubicBezTo>
                  <a:pt x="5498160" y="4178093"/>
                  <a:pt x="5473015" y="4151347"/>
                  <a:pt x="5473015" y="4097854"/>
                </a:cubicBezTo>
                <a:lnTo>
                  <a:pt x="5734304" y="4097854"/>
                </a:lnTo>
                <a:lnTo>
                  <a:pt x="5734304" y="4084824"/>
                </a:lnTo>
                <a:cubicBezTo>
                  <a:pt x="5734304" y="4054192"/>
                  <a:pt x="5729961" y="4026645"/>
                  <a:pt x="5721274" y="4002185"/>
                </a:cubicBezTo>
                <a:cubicBezTo>
                  <a:pt x="5712587" y="3977725"/>
                  <a:pt x="5700014" y="3957037"/>
                  <a:pt x="5683556" y="3940120"/>
                </a:cubicBezTo>
                <a:cubicBezTo>
                  <a:pt x="5667096" y="3923204"/>
                  <a:pt x="5646979" y="3910288"/>
                  <a:pt x="5623205" y="3901373"/>
                </a:cubicBezTo>
                <a:cubicBezTo>
                  <a:pt x="5599430" y="3892457"/>
                  <a:pt x="5572684" y="3888000"/>
                  <a:pt x="5542966" y="3888000"/>
                </a:cubicBezTo>
                <a:close/>
                <a:moveTo>
                  <a:pt x="4872940" y="3888000"/>
                </a:moveTo>
                <a:cubicBezTo>
                  <a:pt x="4842307" y="3888000"/>
                  <a:pt x="4814075" y="3892800"/>
                  <a:pt x="4788243" y="3902401"/>
                </a:cubicBezTo>
                <a:cubicBezTo>
                  <a:pt x="4762412" y="3912003"/>
                  <a:pt x="4740123" y="3925147"/>
                  <a:pt x="4721378" y="3941835"/>
                </a:cubicBezTo>
                <a:cubicBezTo>
                  <a:pt x="4702633" y="3958523"/>
                  <a:pt x="4688002" y="3978182"/>
                  <a:pt x="4677487" y="4000814"/>
                </a:cubicBezTo>
                <a:cubicBezTo>
                  <a:pt x="4666971" y="4023445"/>
                  <a:pt x="4661713" y="4047791"/>
                  <a:pt x="4661713" y="4073851"/>
                </a:cubicBezTo>
                <a:cubicBezTo>
                  <a:pt x="4661713" y="4102655"/>
                  <a:pt x="4666971" y="4128830"/>
                  <a:pt x="4677487" y="4152375"/>
                </a:cubicBezTo>
                <a:cubicBezTo>
                  <a:pt x="4688002" y="4175921"/>
                  <a:pt x="4702518" y="4196152"/>
                  <a:pt x="4721036" y="4213069"/>
                </a:cubicBezTo>
                <a:cubicBezTo>
                  <a:pt x="4739551" y="4229985"/>
                  <a:pt x="4761611" y="4243015"/>
                  <a:pt x="4787215" y="4252159"/>
                </a:cubicBezTo>
                <a:cubicBezTo>
                  <a:pt x="4812818" y="4261303"/>
                  <a:pt x="4840707" y="4265875"/>
                  <a:pt x="4870883" y="4265875"/>
                </a:cubicBezTo>
                <a:cubicBezTo>
                  <a:pt x="4901514" y="4265875"/>
                  <a:pt x="4929975" y="4261303"/>
                  <a:pt x="4956264" y="4252159"/>
                </a:cubicBezTo>
                <a:cubicBezTo>
                  <a:pt x="4982553" y="4243015"/>
                  <a:pt x="5005070" y="4230100"/>
                  <a:pt x="5023816" y="4213412"/>
                </a:cubicBezTo>
                <a:cubicBezTo>
                  <a:pt x="5042561" y="4196724"/>
                  <a:pt x="5057305" y="4176836"/>
                  <a:pt x="5068050" y="4153747"/>
                </a:cubicBezTo>
                <a:cubicBezTo>
                  <a:pt x="5078795" y="4130658"/>
                  <a:pt x="5084167" y="4105170"/>
                  <a:pt x="5084167" y="4077280"/>
                </a:cubicBezTo>
                <a:cubicBezTo>
                  <a:pt x="5084167" y="4049391"/>
                  <a:pt x="5078909" y="4023902"/>
                  <a:pt x="5068393" y="4000814"/>
                </a:cubicBezTo>
                <a:cubicBezTo>
                  <a:pt x="5057877" y="3977725"/>
                  <a:pt x="5043132" y="3957837"/>
                  <a:pt x="5024159" y="3941149"/>
                </a:cubicBezTo>
                <a:cubicBezTo>
                  <a:pt x="5005185" y="3924461"/>
                  <a:pt x="4982782" y="3911431"/>
                  <a:pt x="4956950" y="3902058"/>
                </a:cubicBezTo>
                <a:cubicBezTo>
                  <a:pt x="4931118" y="3892686"/>
                  <a:pt x="4903115" y="3888000"/>
                  <a:pt x="4872940" y="3888000"/>
                </a:cubicBezTo>
                <a:close/>
                <a:moveTo>
                  <a:pt x="2266366" y="3888000"/>
                </a:moveTo>
                <a:cubicBezTo>
                  <a:pt x="2236191" y="3888000"/>
                  <a:pt x="2209102" y="3892457"/>
                  <a:pt x="2185099" y="3901373"/>
                </a:cubicBezTo>
                <a:cubicBezTo>
                  <a:pt x="2161096" y="3910288"/>
                  <a:pt x="2140636" y="3922975"/>
                  <a:pt x="2123720" y="3939435"/>
                </a:cubicBezTo>
                <a:cubicBezTo>
                  <a:pt x="2106803" y="3955894"/>
                  <a:pt x="2093773" y="3975896"/>
                  <a:pt x="2084629" y="3999442"/>
                </a:cubicBezTo>
                <a:cubicBezTo>
                  <a:pt x="2075485" y="4022988"/>
                  <a:pt x="2070913" y="4049391"/>
                  <a:pt x="2070913" y="4078652"/>
                </a:cubicBezTo>
                <a:cubicBezTo>
                  <a:pt x="2070913" y="4106998"/>
                  <a:pt x="2075714" y="4132602"/>
                  <a:pt x="2085315" y="4155462"/>
                </a:cubicBezTo>
                <a:cubicBezTo>
                  <a:pt x="2094916" y="4178322"/>
                  <a:pt x="2108518" y="4197981"/>
                  <a:pt x="2126120" y="4214440"/>
                </a:cubicBezTo>
                <a:cubicBezTo>
                  <a:pt x="2143722" y="4230900"/>
                  <a:pt x="2164868" y="4243587"/>
                  <a:pt x="2189556" y="4252502"/>
                </a:cubicBezTo>
                <a:cubicBezTo>
                  <a:pt x="2214245" y="4261418"/>
                  <a:pt x="2241449" y="4265875"/>
                  <a:pt x="2271167" y="4265875"/>
                </a:cubicBezTo>
                <a:cubicBezTo>
                  <a:pt x="2368093" y="4265875"/>
                  <a:pt x="2428672" y="4225642"/>
                  <a:pt x="2452904" y="4145175"/>
                </a:cubicBezTo>
                <a:lnTo>
                  <a:pt x="2332889" y="4145175"/>
                </a:lnTo>
                <a:cubicBezTo>
                  <a:pt x="2319173" y="4167120"/>
                  <a:pt x="2298827" y="4178093"/>
                  <a:pt x="2271853" y="4178093"/>
                </a:cubicBezTo>
                <a:cubicBezTo>
                  <a:pt x="2221561" y="4178093"/>
                  <a:pt x="2196415" y="4151347"/>
                  <a:pt x="2196415" y="4097854"/>
                </a:cubicBezTo>
                <a:lnTo>
                  <a:pt x="2457704" y="4097854"/>
                </a:lnTo>
                <a:lnTo>
                  <a:pt x="2457704" y="4084824"/>
                </a:lnTo>
                <a:cubicBezTo>
                  <a:pt x="2457704" y="4054192"/>
                  <a:pt x="2453361" y="4026645"/>
                  <a:pt x="2444674" y="4002185"/>
                </a:cubicBezTo>
                <a:cubicBezTo>
                  <a:pt x="2435988" y="3977725"/>
                  <a:pt x="2423414" y="3957037"/>
                  <a:pt x="2406955" y="3940120"/>
                </a:cubicBezTo>
                <a:cubicBezTo>
                  <a:pt x="2390496" y="3923204"/>
                  <a:pt x="2370379" y="3910288"/>
                  <a:pt x="2346604" y="3901373"/>
                </a:cubicBezTo>
                <a:cubicBezTo>
                  <a:pt x="2322830" y="3892457"/>
                  <a:pt x="2296084" y="3888000"/>
                  <a:pt x="2266366" y="3888000"/>
                </a:cubicBezTo>
                <a:close/>
                <a:moveTo>
                  <a:pt x="3105938" y="3735752"/>
                </a:moveTo>
                <a:lnTo>
                  <a:pt x="3105938" y="4252845"/>
                </a:lnTo>
                <a:lnTo>
                  <a:pt x="3240355" y="4252845"/>
                </a:lnTo>
                <a:lnTo>
                  <a:pt x="3240355" y="3936691"/>
                </a:lnTo>
                <a:lnTo>
                  <a:pt x="3488614" y="4252845"/>
                </a:lnTo>
                <a:lnTo>
                  <a:pt x="3622345" y="4252845"/>
                </a:lnTo>
                <a:lnTo>
                  <a:pt x="3622345" y="3735752"/>
                </a:lnTo>
                <a:lnTo>
                  <a:pt x="3488614" y="3735752"/>
                </a:lnTo>
                <a:lnTo>
                  <a:pt x="3488614" y="4051906"/>
                </a:lnTo>
                <a:lnTo>
                  <a:pt x="3240355" y="3735752"/>
                </a:lnTo>
                <a:close/>
                <a:moveTo>
                  <a:pt x="720878" y="3735752"/>
                </a:moveTo>
                <a:lnTo>
                  <a:pt x="720878" y="4092368"/>
                </a:lnTo>
                <a:cubicBezTo>
                  <a:pt x="720878" y="4132144"/>
                  <a:pt x="708305" y="4152033"/>
                  <a:pt x="683158" y="4152033"/>
                </a:cubicBezTo>
                <a:cubicBezTo>
                  <a:pt x="671729" y="4152033"/>
                  <a:pt x="662127" y="4147461"/>
                  <a:pt x="654355" y="4138317"/>
                </a:cubicBezTo>
                <a:cubicBezTo>
                  <a:pt x="646583" y="4129173"/>
                  <a:pt x="641553" y="4116828"/>
                  <a:pt x="639267" y="4101283"/>
                </a:cubicBezTo>
                <a:lnTo>
                  <a:pt x="551485" y="4191123"/>
                </a:lnTo>
                <a:cubicBezTo>
                  <a:pt x="586232" y="4241872"/>
                  <a:pt x="631266" y="4267247"/>
                  <a:pt x="686588" y="4267247"/>
                </a:cubicBezTo>
                <a:cubicBezTo>
                  <a:pt x="704876" y="4267247"/>
                  <a:pt x="722363" y="4264847"/>
                  <a:pt x="739051" y="4260046"/>
                </a:cubicBezTo>
                <a:cubicBezTo>
                  <a:pt x="755739" y="4255246"/>
                  <a:pt x="770941" y="4248616"/>
                  <a:pt x="784657" y="4240158"/>
                </a:cubicBezTo>
                <a:cubicBezTo>
                  <a:pt x="798373" y="4231700"/>
                  <a:pt x="810374" y="4221413"/>
                  <a:pt x="820661" y="4209297"/>
                </a:cubicBezTo>
                <a:cubicBezTo>
                  <a:pt x="830949" y="4197181"/>
                  <a:pt x="839064" y="4183808"/>
                  <a:pt x="845007" y="4169178"/>
                </a:cubicBezTo>
                <a:cubicBezTo>
                  <a:pt x="848665" y="4160034"/>
                  <a:pt x="851294" y="4149061"/>
                  <a:pt x="852894" y="4136259"/>
                </a:cubicBezTo>
                <a:cubicBezTo>
                  <a:pt x="854494" y="4123458"/>
                  <a:pt x="855294" y="4109513"/>
                  <a:pt x="855294" y="4094425"/>
                </a:cubicBezTo>
                <a:lnTo>
                  <a:pt x="855294" y="3735752"/>
                </a:lnTo>
                <a:close/>
                <a:moveTo>
                  <a:pt x="6330722" y="3721350"/>
                </a:moveTo>
                <a:cubicBezTo>
                  <a:pt x="6304204" y="3721350"/>
                  <a:pt x="6279629" y="3725351"/>
                  <a:pt x="6256998" y="3733352"/>
                </a:cubicBezTo>
                <a:cubicBezTo>
                  <a:pt x="6234367" y="3741353"/>
                  <a:pt x="6214707" y="3752554"/>
                  <a:pt x="6198020" y="3766956"/>
                </a:cubicBezTo>
                <a:cubicBezTo>
                  <a:pt x="6181332" y="3781358"/>
                  <a:pt x="6168302" y="3798274"/>
                  <a:pt x="6158930" y="3817705"/>
                </a:cubicBezTo>
                <a:cubicBezTo>
                  <a:pt x="6149556" y="3837136"/>
                  <a:pt x="6144870" y="3858510"/>
                  <a:pt x="6144870" y="3881827"/>
                </a:cubicBezTo>
                <a:lnTo>
                  <a:pt x="6281345" y="3881827"/>
                </a:lnTo>
                <a:cubicBezTo>
                  <a:pt x="6281345" y="3866283"/>
                  <a:pt x="6285573" y="3853710"/>
                  <a:pt x="6294031" y="3844108"/>
                </a:cubicBezTo>
                <a:cubicBezTo>
                  <a:pt x="6302490" y="3834507"/>
                  <a:pt x="6313806" y="3829706"/>
                  <a:pt x="6327979" y="3829706"/>
                </a:cubicBezTo>
                <a:cubicBezTo>
                  <a:pt x="6343523" y="3829706"/>
                  <a:pt x="6355867" y="3834736"/>
                  <a:pt x="6365012" y="3844794"/>
                </a:cubicBezTo>
                <a:cubicBezTo>
                  <a:pt x="6374155" y="3854853"/>
                  <a:pt x="6378727" y="3866740"/>
                  <a:pt x="6378727" y="3880456"/>
                </a:cubicBezTo>
                <a:cubicBezTo>
                  <a:pt x="6378727" y="3890514"/>
                  <a:pt x="6376442" y="3899772"/>
                  <a:pt x="6371870" y="3908231"/>
                </a:cubicBezTo>
                <a:cubicBezTo>
                  <a:pt x="6367298" y="3916689"/>
                  <a:pt x="6361011" y="3923890"/>
                  <a:pt x="6353010" y="3929833"/>
                </a:cubicBezTo>
                <a:cubicBezTo>
                  <a:pt x="6345009" y="3935777"/>
                  <a:pt x="6335523" y="3940463"/>
                  <a:pt x="6324550" y="3943892"/>
                </a:cubicBezTo>
                <a:cubicBezTo>
                  <a:pt x="6313576" y="3947321"/>
                  <a:pt x="6301918" y="3949036"/>
                  <a:pt x="6289574" y="3949036"/>
                </a:cubicBezTo>
                <a:cubicBezTo>
                  <a:pt x="6285458" y="3949036"/>
                  <a:pt x="6281115" y="3948693"/>
                  <a:pt x="6276544" y="3948007"/>
                </a:cubicBezTo>
                <a:cubicBezTo>
                  <a:pt x="6271972" y="3947321"/>
                  <a:pt x="6266943" y="3946521"/>
                  <a:pt x="6261456" y="3945607"/>
                </a:cubicBezTo>
                <a:lnTo>
                  <a:pt x="6261456" y="4079338"/>
                </a:lnTo>
                <a:lnTo>
                  <a:pt x="6387643" y="4079338"/>
                </a:lnTo>
                <a:lnTo>
                  <a:pt x="6387643" y="4029960"/>
                </a:lnTo>
                <a:cubicBezTo>
                  <a:pt x="6470396" y="4001157"/>
                  <a:pt x="6511773" y="3952465"/>
                  <a:pt x="6511773" y="3883885"/>
                </a:cubicBezTo>
                <a:cubicBezTo>
                  <a:pt x="6511773" y="3862854"/>
                  <a:pt x="6507429" y="3842508"/>
                  <a:pt x="6498743" y="3822849"/>
                </a:cubicBezTo>
                <a:cubicBezTo>
                  <a:pt x="6490056" y="3803189"/>
                  <a:pt x="6477712" y="3785815"/>
                  <a:pt x="6461710" y="3770728"/>
                </a:cubicBezTo>
                <a:cubicBezTo>
                  <a:pt x="6445708" y="3755640"/>
                  <a:pt x="6426619" y="3743639"/>
                  <a:pt x="6404446" y="3734723"/>
                </a:cubicBezTo>
                <a:cubicBezTo>
                  <a:pt x="6382271" y="3725808"/>
                  <a:pt x="6357696" y="3721350"/>
                  <a:pt x="6330722" y="3721350"/>
                </a:cubicBezTo>
                <a:close/>
                <a:moveTo>
                  <a:pt x="1936801" y="3695975"/>
                </a:moveTo>
                <a:cubicBezTo>
                  <a:pt x="1927200" y="3695975"/>
                  <a:pt x="1918170" y="3697804"/>
                  <a:pt x="1909712" y="3701462"/>
                </a:cubicBezTo>
                <a:cubicBezTo>
                  <a:pt x="1901254" y="3705120"/>
                  <a:pt x="1893824" y="3710149"/>
                  <a:pt x="1887424" y="3716549"/>
                </a:cubicBezTo>
                <a:cubicBezTo>
                  <a:pt x="1881023" y="3722950"/>
                  <a:pt x="1875993" y="3730380"/>
                  <a:pt x="1872336" y="3738838"/>
                </a:cubicBezTo>
                <a:cubicBezTo>
                  <a:pt x="1868678" y="3747296"/>
                  <a:pt x="1866849" y="3756326"/>
                  <a:pt x="1866849" y="3765927"/>
                </a:cubicBezTo>
                <a:cubicBezTo>
                  <a:pt x="1866849" y="3775528"/>
                  <a:pt x="1868678" y="3784558"/>
                  <a:pt x="1872336" y="3793016"/>
                </a:cubicBezTo>
                <a:cubicBezTo>
                  <a:pt x="1875993" y="3801474"/>
                  <a:pt x="1881023" y="3808904"/>
                  <a:pt x="1887424" y="3815305"/>
                </a:cubicBezTo>
                <a:cubicBezTo>
                  <a:pt x="1893824" y="3821706"/>
                  <a:pt x="1901254" y="3826735"/>
                  <a:pt x="1909712" y="3830392"/>
                </a:cubicBezTo>
                <a:cubicBezTo>
                  <a:pt x="1918170" y="3834050"/>
                  <a:pt x="1927200" y="3835879"/>
                  <a:pt x="1936801" y="3835879"/>
                </a:cubicBezTo>
                <a:cubicBezTo>
                  <a:pt x="1946403" y="3835879"/>
                  <a:pt x="1955432" y="3834050"/>
                  <a:pt x="1963890" y="3830392"/>
                </a:cubicBezTo>
                <a:cubicBezTo>
                  <a:pt x="1972348" y="3826735"/>
                  <a:pt x="1979778" y="3821706"/>
                  <a:pt x="1986179" y="3815305"/>
                </a:cubicBezTo>
                <a:cubicBezTo>
                  <a:pt x="1992580" y="3808904"/>
                  <a:pt x="1997609" y="3801474"/>
                  <a:pt x="2001266" y="3793016"/>
                </a:cubicBezTo>
                <a:cubicBezTo>
                  <a:pt x="2004924" y="3784558"/>
                  <a:pt x="2006753" y="3775528"/>
                  <a:pt x="2006753" y="3765927"/>
                </a:cubicBezTo>
                <a:cubicBezTo>
                  <a:pt x="2006753" y="3756326"/>
                  <a:pt x="2004924" y="3747296"/>
                  <a:pt x="2001266" y="3738838"/>
                </a:cubicBezTo>
                <a:cubicBezTo>
                  <a:pt x="1997609" y="3730380"/>
                  <a:pt x="1992580" y="3722950"/>
                  <a:pt x="1986179" y="3716549"/>
                </a:cubicBezTo>
                <a:cubicBezTo>
                  <a:pt x="1979778" y="3710149"/>
                  <a:pt x="1972348" y="3705120"/>
                  <a:pt x="1963890" y="3701462"/>
                </a:cubicBezTo>
                <a:cubicBezTo>
                  <a:pt x="1955432" y="3697804"/>
                  <a:pt x="1946403" y="3695975"/>
                  <a:pt x="1936801" y="3695975"/>
                </a:cubicBezTo>
                <a:close/>
                <a:moveTo>
                  <a:pt x="5151679" y="3683631"/>
                </a:moveTo>
                <a:lnTo>
                  <a:pt x="5151679" y="4252845"/>
                </a:lnTo>
                <a:lnTo>
                  <a:pt x="5275809" y="4252845"/>
                </a:lnTo>
                <a:lnTo>
                  <a:pt x="5275809" y="3683631"/>
                </a:lnTo>
                <a:close/>
                <a:moveTo>
                  <a:pt x="3979971" y="2718922"/>
                </a:moveTo>
                <a:cubicBezTo>
                  <a:pt x="4005421" y="2718922"/>
                  <a:pt x="4029547" y="2723694"/>
                  <a:pt x="4052347" y="2733238"/>
                </a:cubicBezTo>
                <a:cubicBezTo>
                  <a:pt x="4075146" y="2742782"/>
                  <a:pt x="4094764" y="2756038"/>
                  <a:pt x="4111201" y="2773005"/>
                </a:cubicBezTo>
                <a:cubicBezTo>
                  <a:pt x="4127639" y="2789972"/>
                  <a:pt x="4140894" y="2809856"/>
                  <a:pt x="4150968" y="2832655"/>
                </a:cubicBezTo>
                <a:cubicBezTo>
                  <a:pt x="4161043" y="2855455"/>
                  <a:pt x="4166080" y="2879580"/>
                  <a:pt x="4166080" y="2905031"/>
                </a:cubicBezTo>
                <a:cubicBezTo>
                  <a:pt x="4166080" y="2931542"/>
                  <a:pt x="4161043" y="2956198"/>
                  <a:pt x="4150968" y="2978997"/>
                </a:cubicBezTo>
                <a:cubicBezTo>
                  <a:pt x="4140894" y="3001797"/>
                  <a:pt x="4127639" y="3021681"/>
                  <a:pt x="4111201" y="3038648"/>
                </a:cubicBezTo>
                <a:cubicBezTo>
                  <a:pt x="4094764" y="3055615"/>
                  <a:pt x="4075146" y="3068870"/>
                  <a:pt x="4052347" y="3078415"/>
                </a:cubicBezTo>
                <a:cubicBezTo>
                  <a:pt x="4029547" y="3087959"/>
                  <a:pt x="4005421" y="3092731"/>
                  <a:pt x="3979971" y="3092731"/>
                </a:cubicBezTo>
                <a:cubicBezTo>
                  <a:pt x="3954520" y="3092731"/>
                  <a:pt x="3930395" y="3087959"/>
                  <a:pt x="3907595" y="3078415"/>
                </a:cubicBezTo>
                <a:cubicBezTo>
                  <a:pt x="3884795" y="3068870"/>
                  <a:pt x="3865177" y="3055615"/>
                  <a:pt x="3848740" y="3038648"/>
                </a:cubicBezTo>
                <a:cubicBezTo>
                  <a:pt x="3832303" y="3021681"/>
                  <a:pt x="3819047" y="3001797"/>
                  <a:pt x="3808973" y="2978997"/>
                </a:cubicBezTo>
                <a:cubicBezTo>
                  <a:pt x="3798899" y="2956198"/>
                  <a:pt x="3793862" y="2931012"/>
                  <a:pt x="3793862" y="2903440"/>
                </a:cubicBezTo>
                <a:cubicBezTo>
                  <a:pt x="3793862" y="2877990"/>
                  <a:pt x="3798899" y="2854129"/>
                  <a:pt x="3808973" y="2831860"/>
                </a:cubicBezTo>
                <a:cubicBezTo>
                  <a:pt x="3819047" y="2809591"/>
                  <a:pt x="3832303" y="2789972"/>
                  <a:pt x="3848740" y="2773005"/>
                </a:cubicBezTo>
                <a:cubicBezTo>
                  <a:pt x="3865177" y="2756038"/>
                  <a:pt x="3884795" y="2742782"/>
                  <a:pt x="3907595" y="2733238"/>
                </a:cubicBezTo>
                <a:cubicBezTo>
                  <a:pt x="3930395" y="2723694"/>
                  <a:pt x="3954520" y="2718922"/>
                  <a:pt x="3979971" y="2718922"/>
                </a:cubicBezTo>
                <a:close/>
                <a:moveTo>
                  <a:pt x="5169682" y="2499409"/>
                </a:moveTo>
                <a:lnTo>
                  <a:pt x="5169682" y="3315425"/>
                </a:lnTo>
                <a:lnTo>
                  <a:pt x="5457593" y="3315425"/>
                </a:lnTo>
                <a:lnTo>
                  <a:pt x="5457593" y="2499409"/>
                </a:lnTo>
                <a:close/>
                <a:moveTo>
                  <a:pt x="6030856" y="2469186"/>
                </a:moveTo>
                <a:cubicBezTo>
                  <a:pt x="5975712" y="2469186"/>
                  <a:pt x="5925606" y="2476079"/>
                  <a:pt x="5880537" y="2489865"/>
                </a:cubicBezTo>
                <a:cubicBezTo>
                  <a:pt x="5835467" y="2503651"/>
                  <a:pt x="5797026" y="2523269"/>
                  <a:pt x="5765213" y="2548720"/>
                </a:cubicBezTo>
                <a:cubicBezTo>
                  <a:pt x="5733399" y="2574171"/>
                  <a:pt x="5709008" y="2605189"/>
                  <a:pt x="5692041" y="2641774"/>
                </a:cubicBezTo>
                <a:cubicBezTo>
                  <a:pt x="5675074" y="2678360"/>
                  <a:pt x="5666591" y="2719452"/>
                  <a:pt x="5666591" y="2765052"/>
                </a:cubicBezTo>
                <a:cubicBezTo>
                  <a:pt x="5666591" y="2827618"/>
                  <a:pt x="5684353" y="2876664"/>
                  <a:pt x="5719878" y="2912189"/>
                </a:cubicBezTo>
                <a:cubicBezTo>
                  <a:pt x="5755403" y="2947714"/>
                  <a:pt x="5817705" y="2974491"/>
                  <a:pt x="5906782" y="2992518"/>
                </a:cubicBezTo>
                <a:cubicBezTo>
                  <a:pt x="5933294" y="2997821"/>
                  <a:pt x="5954767" y="3002858"/>
                  <a:pt x="5971205" y="3007630"/>
                </a:cubicBezTo>
                <a:cubicBezTo>
                  <a:pt x="5987643" y="3012402"/>
                  <a:pt x="6000102" y="3017704"/>
                  <a:pt x="6008586" y="3023536"/>
                </a:cubicBezTo>
                <a:cubicBezTo>
                  <a:pt x="6017069" y="3029369"/>
                  <a:pt x="6022637" y="3035732"/>
                  <a:pt x="6025288" y="3042624"/>
                </a:cubicBezTo>
                <a:cubicBezTo>
                  <a:pt x="6027939" y="3049517"/>
                  <a:pt x="6029264" y="3058266"/>
                  <a:pt x="6029264" y="3068870"/>
                </a:cubicBezTo>
                <a:cubicBezTo>
                  <a:pt x="6029264" y="3086898"/>
                  <a:pt x="6020781" y="3101745"/>
                  <a:pt x="6003814" y="3113409"/>
                </a:cubicBezTo>
                <a:cubicBezTo>
                  <a:pt x="5986847" y="3125075"/>
                  <a:pt x="5965107" y="3130907"/>
                  <a:pt x="5938596" y="3130907"/>
                </a:cubicBezTo>
                <a:cubicBezTo>
                  <a:pt x="5866485" y="3130907"/>
                  <a:pt x="5790133" y="3103335"/>
                  <a:pt x="5709539" y="3048192"/>
                </a:cubicBezTo>
                <a:lnTo>
                  <a:pt x="5604554" y="3251798"/>
                </a:lnTo>
                <a:cubicBezTo>
                  <a:pt x="5711660" y="3314365"/>
                  <a:pt x="5820356" y="3345648"/>
                  <a:pt x="5930643" y="3345648"/>
                </a:cubicBezTo>
                <a:cubicBezTo>
                  <a:pt x="5987907" y="3345648"/>
                  <a:pt x="6040399" y="3338490"/>
                  <a:pt x="6088120" y="3324174"/>
                </a:cubicBezTo>
                <a:cubicBezTo>
                  <a:pt x="6135840" y="3309858"/>
                  <a:pt x="6176668" y="3289709"/>
                  <a:pt x="6210602" y="3263728"/>
                </a:cubicBezTo>
                <a:cubicBezTo>
                  <a:pt x="6244536" y="3237747"/>
                  <a:pt x="6271047" y="3205669"/>
                  <a:pt x="6290135" y="3167493"/>
                </a:cubicBezTo>
                <a:cubicBezTo>
                  <a:pt x="6309224" y="3129316"/>
                  <a:pt x="6318768" y="3086368"/>
                  <a:pt x="6318768" y="3038648"/>
                </a:cubicBezTo>
                <a:cubicBezTo>
                  <a:pt x="6318768" y="2975021"/>
                  <a:pt x="6299149" y="2922794"/>
                  <a:pt x="6259913" y="2881966"/>
                </a:cubicBezTo>
                <a:cubicBezTo>
                  <a:pt x="6220675" y="2841139"/>
                  <a:pt x="6161291" y="2812772"/>
                  <a:pt x="6081757" y="2796865"/>
                </a:cubicBezTo>
                <a:cubicBezTo>
                  <a:pt x="6053125" y="2790502"/>
                  <a:pt x="6030060" y="2785200"/>
                  <a:pt x="6012563" y="2780959"/>
                </a:cubicBezTo>
                <a:cubicBezTo>
                  <a:pt x="5995065" y="2776717"/>
                  <a:pt x="5981810" y="2771945"/>
                  <a:pt x="5972796" y="2766642"/>
                </a:cubicBezTo>
                <a:cubicBezTo>
                  <a:pt x="5963781" y="2761340"/>
                  <a:pt x="5957949" y="2755773"/>
                  <a:pt x="5955299" y="2749940"/>
                </a:cubicBezTo>
                <a:cubicBezTo>
                  <a:pt x="5952647" y="2744108"/>
                  <a:pt x="5951322" y="2736419"/>
                  <a:pt x="5951322" y="2726875"/>
                </a:cubicBezTo>
                <a:cubicBezTo>
                  <a:pt x="5951322" y="2708848"/>
                  <a:pt x="5959540" y="2694532"/>
                  <a:pt x="5975977" y="2683927"/>
                </a:cubicBezTo>
                <a:cubicBezTo>
                  <a:pt x="5992414" y="2673323"/>
                  <a:pt x="6013888" y="2668021"/>
                  <a:pt x="6040399" y="2668020"/>
                </a:cubicBezTo>
                <a:cubicBezTo>
                  <a:pt x="6091301" y="2668021"/>
                  <a:pt x="6143263" y="2681807"/>
                  <a:pt x="6196285" y="2709378"/>
                </a:cubicBezTo>
                <a:lnTo>
                  <a:pt x="6293317" y="2521678"/>
                </a:lnTo>
                <a:cubicBezTo>
                  <a:pt x="6208480" y="2486684"/>
                  <a:pt x="6120993" y="2469186"/>
                  <a:pt x="6030856" y="2469186"/>
                </a:cubicBezTo>
                <a:close/>
                <a:moveTo>
                  <a:pt x="3979971" y="2469186"/>
                </a:moveTo>
                <a:cubicBezTo>
                  <a:pt x="3908920" y="2469186"/>
                  <a:pt x="3843437" y="2480321"/>
                  <a:pt x="3783522" y="2502590"/>
                </a:cubicBezTo>
                <a:cubicBezTo>
                  <a:pt x="3723607" y="2524860"/>
                  <a:pt x="3671910" y="2555348"/>
                  <a:pt x="3628432" y="2594054"/>
                </a:cubicBezTo>
                <a:cubicBezTo>
                  <a:pt x="3584953" y="2632760"/>
                  <a:pt x="3551019" y="2678360"/>
                  <a:pt x="3526629" y="2730852"/>
                </a:cubicBezTo>
                <a:cubicBezTo>
                  <a:pt x="3502238" y="2783344"/>
                  <a:pt x="3490043" y="2839813"/>
                  <a:pt x="3490043" y="2900259"/>
                </a:cubicBezTo>
                <a:cubicBezTo>
                  <a:pt x="3490043" y="2967067"/>
                  <a:pt x="3502238" y="3027778"/>
                  <a:pt x="3526629" y="3082391"/>
                </a:cubicBezTo>
                <a:cubicBezTo>
                  <a:pt x="3551019" y="3137004"/>
                  <a:pt x="3584688" y="3183929"/>
                  <a:pt x="3627636" y="3223166"/>
                </a:cubicBezTo>
                <a:cubicBezTo>
                  <a:pt x="3670585" y="3262403"/>
                  <a:pt x="3721751" y="3292625"/>
                  <a:pt x="3781136" y="3313834"/>
                </a:cubicBezTo>
                <a:cubicBezTo>
                  <a:pt x="3840521" y="3335043"/>
                  <a:pt x="3905209" y="3345648"/>
                  <a:pt x="3975199" y="3345648"/>
                </a:cubicBezTo>
                <a:cubicBezTo>
                  <a:pt x="4046249" y="3345648"/>
                  <a:pt x="4112262" y="3335043"/>
                  <a:pt x="4173238" y="3313834"/>
                </a:cubicBezTo>
                <a:cubicBezTo>
                  <a:pt x="4234213" y="3292625"/>
                  <a:pt x="4286441" y="3262668"/>
                  <a:pt x="4329919" y="3223961"/>
                </a:cubicBezTo>
                <a:cubicBezTo>
                  <a:pt x="4373397" y="3185255"/>
                  <a:pt x="4407597" y="3139125"/>
                  <a:pt x="4432518" y="3085573"/>
                </a:cubicBezTo>
                <a:cubicBezTo>
                  <a:pt x="4457438" y="3032020"/>
                  <a:pt x="4469899" y="2972900"/>
                  <a:pt x="4469899" y="2908212"/>
                </a:cubicBezTo>
                <a:cubicBezTo>
                  <a:pt x="4469899" y="2843525"/>
                  <a:pt x="4457703" y="2784405"/>
                  <a:pt x="4433314" y="2730852"/>
                </a:cubicBezTo>
                <a:cubicBezTo>
                  <a:pt x="4408923" y="2677299"/>
                  <a:pt x="4374723" y="2631170"/>
                  <a:pt x="4330715" y="2592463"/>
                </a:cubicBezTo>
                <a:cubicBezTo>
                  <a:pt x="4286706" y="2553757"/>
                  <a:pt x="4234744" y="2523534"/>
                  <a:pt x="4174828" y="2501795"/>
                </a:cubicBezTo>
                <a:cubicBezTo>
                  <a:pt x="4114913" y="2480056"/>
                  <a:pt x="4049960" y="2469186"/>
                  <a:pt x="3979971" y="2469186"/>
                </a:cubicBezTo>
                <a:close/>
                <a:moveTo>
                  <a:pt x="546684" y="2116056"/>
                </a:moveTo>
                <a:lnTo>
                  <a:pt x="904586" y="3315425"/>
                </a:lnTo>
                <a:lnTo>
                  <a:pt x="1222721" y="3315425"/>
                </a:lnTo>
                <a:lnTo>
                  <a:pt x="1458141" y="2620300"/>
                </a:lnTo>
                <a:lnTo>
                  <a:pt x="1693561" y="3315425"/>
                </a:lnTo>
                <a:lnTo>
                  <a:pt x="2011696" y="3315425"/>
                </a:lnTo>
                <a:lnTo>
                  <a:pt x="2369598" y="2116056"/>
                </a:lnTo>
                <a:lnTo>
                  <a:pt x="2043510" y="2116056"/>
                </a:lnTo>
                <a:lnTo>
                  <a:pt x="1836722" y="2890715"/>
                </a:lnTo>
                <a:lnTo>
                  <a:pt x="1582214" y="2116056"/>
                </a:lnTo>
                <a:lnTo>
                  <a:pt x="1334069" y="2116056"/>
                </a:lnTo>
                <a:lnTo>
                  <a:pt x="1079560" y="2890715"/>
                </a:lnTo>
                <a:lnTo>
                  <a:pt x="872773" y="2116056"/>
                </a:lnTo>
                <a:close/>
                <a:moveTo>
                  <a:pt x="5312842" y="2023797"/>
                </a:moveTo>
                <a:cubicBezTo>
                  <a:pt x="5290572" y="2023797"/>
                  <a:pt x="5269629" y="2028039"/>
                  <a:pt x="5250010" y="2036522"/>
                </a:cubicBezTo>
                <a:cubicBezTo>
                  <a:pt x="5230392" y="2045006"/>
                  <a:pt x="5213160" y="2056671"/>
                  <a:pt x="5198313" y="2071517"/>
                </a:cubicBezTo>
                <a:cubicBezTo>
                  <a:pt x="5183467" y="2086364"/>
                  <a:pt x="5171802" y="2103596"/>
                  <a:pt x="5163319" y="2123214"/>
                </a:cubicBezTo>
                <a:cubicBezTo>
                  <a:pt x="5154835" y="2142833"/>
                  <a:pt x="5150593" y="2163777"/>
                  <a:pt x="5150593" y="2186046"/>
                </a:cubicBezTo>
                <a:cubicBezTo>
                  <a:pt x="5150593" y="2208315"/>
                  <a:pt x="5154835" y="2229259"/>
                  <a:pt x="5163319" y="2248878"/>
                </a:cubicBezTo>
                <a:cubicBezTo>
                  <a:pt x="5171802" y="2268496"/>
                  <a:pt x="5183467" y="2285728"/>
                  <a:pt x="5198313" y="2300574"/>
                </a:cubicBezTo>
                <a:cubicBezTo>
                  <a:pt x="5213160" y="2315421"/>
                  <a:pt x="5230392" y="2327086"/>
                  <a:pt x="5250010" y="2335569"/>
                </a:cubicBezTo>
                <a:cubicBezTo>
                  <a:pt x="5269629" y="2344053"/>
                  <a:pt x="5290572" y="2348295"/>
                  <a:pt x="5312842" y="2348295"/>
                </a:cubicBezTo>
                <a:cubicBezTo>
                  <a:pt x="5335111" y="2348295"/>
                  <a:pt x="5356055" y="2344053"/>
                  <a:pt x="5375674" y="2335569"/>
                </a:cubicBezTo>
                <a:cubicBezTo>
                  <a:pt x="5395292" y="2327086"/>
                  <a:pt x="5412524" y="2315421"/>
                  <a:pt x="5427370" y="2300574"/>
                </a:cubicBezTo>
                <a:cubicBezTo>
                  <a:pt x="5442217" y="2285728"/>
                  <a:pt x="5453882" y="2268496"/>
                  <a:pt x="5462366" y="2248878"/>
                </a:cubicBezTo>
                <a:cubicBezTo>
                  <a:pt x="5470849" y="2229259"/>
                  <a:pt x="5475091" y="2208315"/>
                  <a:pt x="5475091" y="2186046"/>
                </a:cubicBezTo>
                <a:cubicBezTo>
                  <a:pt x="5475091" y="2163777"/>
                  <a:pt x="5470849" y="2142833"/>
                  <a:pt x="5462366" y="2123214"/>
                </a:cubicBezTo>
                <a:cubicBezTo>
                  <a:pt x="5453882" y="2103596"/>
                  <a:pt x="5442217" y="2086364"/>
                  <a:pt x="5427370" y="2071517"/>
                </a:cubicBezTo>
                <a:cubicBezTo>
                  <a:pt x="5412524" y="2056671"/>
                  <a:pt x="5395292" y="2045006"/>
                  <a:pt x="5375674" y="2036522"/>
                </a:cubicBezTo>
                <a:cubicBezTo>
                  <a:pt x="5356055" y="2028039"/>
                  <a:pt x="5335111" y="2023797"/>
                  <a:pt x="5312842" y="2023797"/>
                </a:cubicBezTo>
                <a:close/>
                <a:moveTo>
                  <a:pt x="2464582" y="1995165"/>
                </a:moveTo>
                <a:lnTo>
                  <a:pt x="2464582" y="3315425"/>
                </a:lnTo>
                <a:lnTo>
                  <a:pt x="2752494" y="3315425"/>
                </a:lnTo>
                <a:lnTo>
                  <a:pt x="2752494" y="2879580"/>
                </a:lnTo>
                <a:cubicBezTo>
                  <a:pt x="2752494" y="2825497"/>
                  <a:pt x="2765484" y="2783875"/>
                  <a:pt x="2791466" y="2754712"/>
                </a:cubicBezTo>
                <a:cubicBezTo>
                  <a:pt x="2817446" y="2725550"/>
                  <a:pt x="2854827" y="2710969"/>
                  <a:pt x="2903608" y="2710969"/>
                </a:cubicBezTo>
                <a:cubicBezTo>
                  <a:pt x="2939663" y="2710969"/>
                  <a:pt x="2970416" y="2722103"/>
                  <a:pt x="2995867" y="2744373"/>
                </a:cubicBezTo>
                <a:cubicBezTo>
                  <a:pt x="3010713" y="2758159"/>
                  <a:pt x="3021317" y="2777777"/>
                  <a:pt x="3027680" y="2803228"/>
                </a:cubicBezTo>
                <a:cubicBezTo>
                  <a:pt x="3034043" y="2828679"/>
                  <a:pt x="3037224" y="2862083"/>
                  <a:pt x="3037224" y="2903440"/>
                </a:cubicBezTo>
                <a:lnTo>
                  <a:pt x="3037224" y="3315425"/>
                </a:lnTo>
                <a:lnTo>
                  <a:pt x="3325137" y="3315425"/>
                </a:lnTo>
                <a:lnTo>
                  <a:pt x="3325137" y="2796865"/>
                </a:lnTo>
                <a:cubicBezTo>
                  <a:pt x="3325137" y="2700364"/>
                  <a:pt x="3298891" y="2623747"/>
                  <a:pt x="3246398" y="2567013"/>
                </a:cubicBezTo>
                <a:cubicBezTo>
                  <a:pt x="3193906" y="2510278"/>
                  <a:pt x="3116228" y="2481911"/>
                  <a:pt x="3013364" y="2481911"/>
                </a:cubicBezTo>
                <a:cubicBezTo>
                  <a:pt x="2959281" y="2481911"/>
                  <a:pt x="2912091" y="2490130"/>
                  <a:pt x="2871794" y="2506567"/>
                </a:cubicBezTo>
                <a:cubicBezTo>
                  <a:pt x="2831497" y="2523004"/>
                  <a:pt x="2791730" y="2555083"/>
                  <a:pt x="2752494" y="2602803"/>
                </a:cubicBezTo>
                <a:lnTo>
                  <a:pt x="2752494" y="1995165"/>
                </a:lnTo>
                <a:close/>
                <a:moveTo>
                  <a:pt x="0" y="0"/>
                </a:moveTo>
                <a:lnTo>
                  <a:pt x="12644070" y="0"/>
                </a:lnTo>
                <a:lnTo>
                  <a:pt x="12644070" y="7114211"/>
                </a:lnTo>
                <a:lnTo>
                  <a:pt x="0" y="71142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500" b="1" dirty="0">
              <a:solidFill>
                <a:schemeClr val="bg1"/>
              </a:solidFill>
              <a:latin typeface="Futura" panose="020B0602020204020303" pitchFamily="34" charset="-79"/>
              <a:cs typeface="Futura" panose="020B0602020204020303" pitchFamily="34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D8D69-4421-D7FB-0DB5-B8A647DD9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717" y="242103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🇻🇪 </a:t>
            </a:r>
            <a:r>
              <a:rPr sz="2400" b="1" dirty="0"/>
              <a:t>Venezuela</a:t>
            </a:r>
            <a:r>
              <a:rPr sz="2400" dirty="0"/>
              <a:t> → Stamford, CT</a:t>
            </a:r>
          </a:p>
          <a:p>
            <a:pPr marL="0" indent="0">
              <a:buNone/>
            </a:pPr>
            <a:r>
              <a:rPr sz="2400" dirty="0"/>
              <a:t>10 yrs </a:t>
            </a:r>
            <a:r>
              <a:rPr sz="2400" b="1" dirty="0"/>
              <a:t>Graphic Designer</a:t>
            </a:r>
            <a:endParaRPr lang="en-US" sz="2400" b="1" dirty="0"/>
          </a:p>
          <a:p>
            <a:pPr marL="0" indent="0">
              <a:buNone/>
            </a:pPr>
            <a:r>
              <a:rPr sz="2400" dirty="0"/>
              <a:t>Family’s “tech person”</a:t>
            </a:r>
          </a:p>
          <a:p>
            <a:pPr marL="0" indent="0">
              <a:buNone/>
            </a:pPr>
            <a:r>
              <a:rPr sz="2400" b="1" dirty="0"/>
              <a:t>Hobbies</a:t>
            </a:r>
            <a:r>
              <a:rPr sz="2400" dirty="0"/>
              <a:t>: Games, Music, Movies</a:t>
            </a:r>
          </a:p>
          <a:p>
            <a:pPr marL="0" indent="0">
              <a:buNone/>
            </a:pPr>
            <a:r>
              <a:rPr b="1" dirty="0"/>
              <a:t>Creative </a:t>
            </a:r>
            <a:r>
              <a:rPr dirty="0"/>
              <a:t>+ Always Learning</a:t>
            </a:r>
          </a:p>
        </p:txBody>
      </p:sp>
    </p:spTree>
    <p:extLst>
      <p:ext uri="{BB962C8B-B14F-4D97-AF65-F5344CB8AC3E}">
        <p14:creationId xmlns:p14="http://schemas.microsoft.com/office/powerpoint/2010/main" val="2507417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E062-91A7-ACEF-F235-38A3B347C70E}"/>
              </a:ext>
            </a:extLst>
          </p:cNvPr>
          <p:cNvGrpSpPr/>
          <p:nvPr/>
        </p:nvGrpSpPr>
        <p:grpSpPr>
          <a:xfrm>
            <a:off x="548268" y="252392"/>
            <a:ext cx="11092287" cy="6353216"/>
            <a:chOff x="707827" y="556141"/>
            <a:chExt cx="13222247" cy="7084696"/>
          </a:xfrm>
        </p:grpSpPr>
        <p:sp>
          <p:nvSpPr>
            <p:cNvPr id="4" name="Text 0">
              <a:extLst>
                <a:ext uri="{FF2B5EF4-FFF2-40B4-BE49-F238E27FC236}">
                  <a16:creationId xmlns:a16="http://schemas.microsoft.com/office/drawing/2014/main" id="{A9D3E27E-7609-08D3-828E-09BC4F86E3C4}"/>
                </a:ext>
              </a:extLst>
            </p:cNvPr>
            <p:cNvSpPr/>
            <p:nvPr/>
          </p:nvSpPr>
          <p:spPr>
            <a:xfrm>
              <a:off x="707827" y="556141"/>
              <a:ext cx="5056108" cy="6319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950"/>
                </a:lnSpc>
                <a:buNone/>
              </a:pPr>
              <a:r>
                <a:rPr lang="en-US" sz="3950" b="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Goals &amp; Aspirations</a:t>
              </a:r>
              <a:endParaRPr lang="en-US" sz="3950" dirty="0"/>
            </a:p>
          </p:txBody>
        </p:sp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3B632D5A-B413-DE6A-16A7-C4FA0C91F869}"/>
                </a:ext>
              </a:extLst>
            </p:cNvPr>
            <p:cNvSpPr/>
            <p:nvPr/>
          </p:nvSpPr>
          <p:spPr>
            <a:xfrm>
              <a:off x="707827" y="1719024"/>
              <a:ext cx="7731443" cy="202168"/>
            </a:xfrm>
            <a:prstGeom prst="roundRect">
              <a:avLst>
                <a:gd name="adj" fmla="val 42017"/>
              </a:avLst>
            </a:prstGeom>
            <a:solidFill>
              <a:srgbClr val="DADBF1"/>
            </a:solidFill>
            <a:ln w="7620">
              <a:solidFill>
                <a:srgbClr val="C0C1D7"/>
              </a:solidFill>
              <a:prstDash val="solid"/>
            </a:ln>
          </p:spPr>
        </p:sp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A6C06B75-2375-12D9-919C-BFFF9285BB7C}"/>
                </a:ext>
              </a:extLst>
            </p:cNvPr>
            <p:cNvSpPr/>
            <p:nvPr/>
          </p:nvSpPr>
          <p:spPr>
            <a:xfrm>
              <a:off x="909995" y="2123361"/>
              <a:ext cx="2528054" cy="3158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Immediate Goal</a:t>
              </a:r>
              <a:endParaRPr lang="en-US" sz="1950" dirty="0"/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DE116472-E421-163C-8057-16398D26E1FE}"/>
                </a:ext>
              </a:extLst>
            </p:cNvPr>
            <p:cNvSpPr/>
            <p:nvPr/>
          </p:nvSpPr>
          <p:spPr>
            <a:xfrm>
              <a:off x="909995" y="2641402"/>
              <a:ext cx="7327106" cy="647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Master </a:t>
              </a:r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SOC Analyst </a:t>
              </a:r>
              <a:r>
                <a:rPr lang="en-US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skills: SIEM tools, monitoring systems, incident triage, and threat intelligence integration</a:t>
              </a:r>
              <a:endParaRPr lang="en-US" dirty="0"/>
            </a:p>
          </p:txBody>
        </p:sp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7BBC188A-D8BF-7286-BD0B-F19E43937940}"/>
                </a:ext>
              </a:extLst>
            </p:cNvPr>
            <p:cNvSpPr/>
            <p:nvPr/>
          </p:nvSpPr>
          <p:spPr>
            <a:xfrm>
              <a:off x="1011198" y="3692962"/>
              <a:ext cx="7428071" cy="202168"/>
            </a:xfrm>
            <a:prstGeom prst="roundRect">
              <a:avLst>
                <a:gd name="adj" fmla="val 42017"/>
              </a:avLst>
            </a:prstGeom>
            <a:solidFill>
              <a:srgbClr val="DADBF1"/>
            </a:solidFill>
            <a:ln w="7620">
              <a:solidFill>
                <a:srgbClr val="C0C1D7"/>
              </a:solidFill>
              <a:prstDash val="solid"/>
            </a:ln>
          </p:spPr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E1D63333-DA4F-9F27-1E65-57F270ECD8DD}"/>
                </a:ext>
              </a:extLst>
            </p:cNvPr>
            <p:cNvSpPr/>
            <p:nvPr/>
          </p:nvSpPr>
          <p:spPr>
            <a:xfrm>
              <a:off x="1213366" y="4097298"/>
              <a:ext cx="2921437" cy="3158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Soft Skills Development</a:t>
              </a:r>
              <a:endParaRPr lang="en-US" sz="1950" dirty="0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FC3C036D-B26C-664E-97A9-3326C54EB335}"/>
                </a:ext>
              </a:extLst>
            </p:cNvPr>
            <p:cNvSpPr/>
            <p:nvPr/>
          </p:nvSpPr>
          <p:spPr>
            <a:xfrm>
              <a:off x="1213366" y="4615339"/>
              <a:ext cx="7023735" cy="647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Enhance communication abilities and adaptability in high-pressure security environments</a:t>
              </a:r>
              <a:endParaRPr lang="en-US" dirty="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F10DE068-35C1-CFCC-F6F8-6AC6C8738579}"/>
                </a:ext>
              </a:extLst>
            </p:cNvPr>
            <p:cNvSpPr/>
            <p:nvPr/>
          </p:nvSpPr>
          <p:spPr>
            <a:xfrm>
              <a:off x="1314569" y="5666899"/>
              <a:ext cx="7124700" cy="202168"/>
            </a:xfrm>
            <a:prstGeom prst="roundRect">
              <a:avLst>
                <a:gd name="adj" fmla="val 42017"/>
              </a:avLst>
            </a:prstGeom>
            <a:solidFill>
              <a:srgbClr val="DADBF1"/>
            </a:solidFill>
            <a:ln w="7620">
              <a:solidFill>
                <a:srgbClr val="C0C1D7"/>
              </a:solidFill>
              <a:prstDash val="solid"/>
            </a:ln>
          </p:spPr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28EAB1A0-6C3A-D1AF-68D2-009345116F35}"/>
                </a:ext>
              </a:extLst>
            </p:cNvPr>
            <p:cNvSpPr/>
            <p:nvPr/>
          </p:nvSpPr>
          <p:spPr>
            <a:xfrm>
              <a:off x="1516737" y="6071235"/>
              <a:ext cx="2528054" cy="3158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Long-Term Vision</a:t>
              </a:r>
              <a:endParaRPr lang="en-US" sz="1950" dirty="0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33716892-952D-1BF2-B7D5-54991EC22628}"/>
                </a:ext>
              </a:extLst>
            </p:cNvPr>
            <p:cNvSpPr/>
            <p:nvPr/>
          </p:nvSpPr>
          <p:spPr>
            <a:xfrm>
              <a:off x="1516737" y="6589275"/>
              <a:ext cx="6720365" cy="10515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Advance from Network Security to Penetration Testing — building both </a:t>
              </a:r>
              <a:r>
                <a:rPr lang="en-US" b="1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defensive and offensive</a:t>
              </a:r>
              <a:r>
                <a:rPr lang="en-US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cybersecurity expertise</a:t>
              </a:r>
              <a:endParaRPr lang="en-US" dirty="0"/>
            </a:p>
          </p:txBody>
        </p:sp>
        <p:pic>
          <p:nvPicPr>
            <p:cNvPr id="14" name="Image 0" descr="preencoded.png">
              <a:extLst>
                <a:ext uri="{FF2B5EF4-FFF2-40B4-BE49-F238E27FC236}">
                  <a16:creationId xmlns:a16="http://schemas.microsoft.com/office/drawing/2014/main" id="{E9FD3C1F-303B-E2A2-22BD-226BF93FC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40284" y="1719024"/>
              <a:ext cx="4989790" cy="4989790"/>
            </a:xfrm>
            <a:prstGeom prst="rect">
              <a:avLst/>
            </a:prstGeom>
          </p:spPr>
        </p:pic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2E0BA70A-9604-5700-1E4E-8BFB54A19501}"/>
                </a:ext>
              </a:extLst>
            </p:cNvPr>
            <p:cNvSpPr/>
            <p:nvPr/>
          </p:nvSpPr>
          <p:spPr>
            <a:xfrm>
              <a:off x="8940284" y="6936343"/>
              <a:ext cx="4989790" cy="647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500"/>
                </a:lnSpc>
                <a:buNone/>
              </a:pPr>
              <a:r>
                <a:rPr lang="en-US" sz="15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Building a complete security mindset through continuous skill development</a:t>
              </a:r>
              <a:endParaRPr lang="en-US" sz="1550" dirty="0"/>
            </a:p>
          </p:txBody>
        </p:sp>
      </p:grpSp>
    </p:spTree>
    <p:extLst>
      <p:ext uri="{BB962C8B-B14F-4D97-AF65-F5344CB8AC3E}">
        <p14:creationId xmlns:p14="http://schemas.microsoft.com/office/powerpoint/2010/main" val="236391388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277" y="2211189"/>
            <a:ext cx="10512862" cy="1325563"/>
          </a:xfrm>
        </p:spPr>
        <p:txBody>
          <a:bodyPr/>
          <a:lstStyle/>
          <a:p>
            <a:r>
              <a:rPr b="1" dirty="0">
                <a:latin typeface="Futura" panose="020B0602020204020303" pitchFamily="34" charset="-79"/>
                <a:cs typeface="Futura" panose="020B0602020204020303" pitchFamily="34" charset="-79"/>
              </a:rPr>
              <a:t>Why </a:t>
            </a:r>
            <a:br>
              <a:rPr lang="en-US" b="1" dirty="0">
                <a:latin typeface="Futura" panose="020B0602020204020303" pitchFamily="34" charset="-79"/>
                <a:cs typeface="Futura" panose="020B0602020204020303" pitchFamily="34" charset="-79"/>
              </a:rPr>
            </a:br>
            <a:r>
              <a:rPr b="1" dirty="0">
                <a:latin typeface="Futura" panose="020B0602020204020303" pitchFamily="34" charset="-79"/>
                <a:cs typeface="Futura" panose="020B0602020204020303" pitchFamily="34" charset="-79"/>
              </a:rPr>
              <a:t>Cybersecurity</a:t>
            </a:r>
            <a:r>
              <a:rPr lang="en-US" b="1" dirty="0">
                <a:latin typeface="Futura" panose="020B0602020204020303" pitchFamily="34" charset="-79"/>
                <a:cs typeface="Futura" panose="020B0602020204020303" pitchFamily="34" charset="-79"/>
              </a:rPr>
              <a:t>?</a:t>
            </a:r>
            <a:endParaRPr b="1" dirty="0">
              <a:latin typeface="Futura" panose="020B0602020204020303" pitchFamily="34" charset="-79"/>
              <a:cs typeface="Futura" panose="020B0602020204020303" pitchFamily="34" charset="-79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C835F80-19A2-91BD-A01A-4D2CA504BC58}"/>
              </a:ext>
            </a:extLst>
          </p:cNvPr>
          <p:cNvGrpSpPr/>
          <p:nvPr/>
        </p:nvGrpSpPr>
        <p:grpSpPr>
          <a:xfrm>
            <a:off x="5163978" y="1221343"/>
            <a:ext cx="6516648" cy="4415313"/>
            <a:chOff x="7529155" y="1438037"/>
            <a:chExt cx="6516648" cy="4415313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5063C31A-C849-6B19-3AB7-9585C551955B}"/>
                </a:ext>
              </a:extLst>
            </p:cNvPr>
            <p:cNvSpPr/>
            <p:nvPr/>
          </p:nvSpPr>
          <p:spPr>
            <a:xfrm>
              <a:off x="7529155" y="1438037"/>
              <a:ext cx="6516648" cy="1358979"/>
            </a:xfrm>
            <a:prstGeom prst="roundRect">
              <a:avLst>
                <a:gd name="adj" fmla="val 5230"/>
              </a:avLst>
            </a:prstGeom>
            <a:solidFill>
              <a:srgbClr val="FFFFFF"/>
            </a:solidFill>
            <a:ln w="22860">
              <a:solidFill>
                <a:srgbClr val="C0C1D7"/>
              </a:solidFill>
              <a:prstDash val="solid"/>
            </a:ln>
          </p:spPr>
        </p:sp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F2B15D8E-93A5-B8E5-E5AF-4FEA22894E0A}"/>
                </a:ext>
              </a:extLst>
            </p:cNvPr>
            <p:cNvSpPr/>
            <p:nvPr/>
          </p:nvSpPr>
          <p:spPr>
            <a:xfrm>
              <a:off x="7721203" y="1630085"/>
              <a:ext cx="2115145" cy="2644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Constant Evolution</a:t>
              </a:r>
              <a:endParaRPr lang="en-US" sz="2000" dirty="0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F9A3F584-C6F9-F1AF-7A98-C363D8855355}"/>
                </a:ext>
              </a:extLst>
            </p:cNvPr>
            <p:cNvSpPr/>
            <p:nvPr/>
          </p:nvSpPr>
          <p:spPr>
            <a:xfrm>
              <a:off x="7721203" y="2063710"/>
              <a:ext cx="6132552" cy="5412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20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The field demands continuous learning and adaptation to new threats and technologies</a:t>
              </a:r>
              <a:endParaRPr lang="en-US" sz="2000" dirty="0"/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E45039-210F-36EE-C8C4-199B4C1CC922}"/>
                </a:ext>
              </a:extLst>
            </p:cNvPr>
            <p:cNvSpPr/>
            <p:nvPr/>
          </p:nvSpPr>
          <p:spPr>
            <a:xfrm>
              <a:off x="7529155" y="2966204"/>
              <a:ext cx="6516648" cy="1358979"/>
            </a:xfrm>
            <a:prstGeom prst="roundRect">
              <a:avLst>
                <a:gd name="adj" fmla="val 5230"/>
              </a:avLst>
            </a:prstGeom>
            <a:solidFill>
              <a:srgbClr val="FFFFFF"/>
            </a:solidFill>
            <a:ln w="22860">
              <a:solidFill>
                <a:srgbClr val="C0C1D7"/>
              </a:solidFill>
              <a:prstDash val="solid"/>
            </a:ln>
          </p:spPr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46333F59-DA1F-5C29-4F89-4D48741FBE05}"/>
                </a:ext>
              </a:extLst>
            </p:cNvPr>
            <p:cNvSpPr/>
            <p:nvPr/>
          </p:nvSpPr>
          <p:spPr>
            <a:xfrm>
              <a:off x="7721203" y="3158252"/>
              <a:ext cx="2115145" cy="2644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Daily Variety</a:t>
              </a:r>
              <a:endParaRPr lang="en-US" sz="2000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D21B2A2D-3BCF-297D-CF12-31330B0AE20A}"/>
                </a:ext>
              </a:extLst>
            </p:cNvPr>
            <p:cNvSpPr/>
            <p:nvPr/>
          </p:nvSpPr>
          <p:spPr>
            <a:xfrm>
              <a:off x="7721203" y="3591878"/>
              <a:ext cx="6132552" cy="5412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20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Each day brings unique challenges and scenarios — no two security incidents are identical</a:t>
              </a:r>
              <a:endParaRPr lang="en-US" sz="2000" dirty="0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DD9E4C98-00F9-E8C4-802A-37A36422D57C}"/>
                </a:ext>
              </a:extLst>
            </p:cNvPr>
            <p:cNvSpPr/>
            <p:nvPr/>
          </p:nvSpPr>
          <p:spPr>
            <a:xfrm>
              <a:off x="7529155" y="4494371"/>
              <a:ext cx="6516648" cy="1358979"/>
            </a:xfrm>
            <a:prstGeom prst="roundRect">
              <a:avLst>
                <a:gd name="adj" fmla="val 5230"/>
              </a:avLst>
            </a:prstGeom>
            <a:solidFill>
              <a:srgbClr val="FFFFFF"/>
            </a:solidFill>
            <a:ln w="22860">
              <a:solidFill>
                <a:srgbClr val="C0C1D7"/>
              </a:solidFill>
              <a:prstDash val="solid"/>
            </a:ln>
          </p:spPr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D3058209-308E-B3B5-4210-548C915868B9}"/>
                </a:ext>
              </a:extLst>
            </p:cNvPr>
            <p:cNvSpPr/>
            <p:nvPr/>
          </p:nvSpPr>
          <p:spPr>
            <a:xfrm>
              <a:off x="7721203" y="4686419"/>
              <a:ext cx="2115145" cy="2644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Perfect Skill Match</a:t>
              </a:r>
              <a:endParaRPr lang="en-US" sz="2000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4AA0163E-A348-110E-0D2E-E73FAAA9B65F}"/>
                </a:ext>
              </a:extLst>
            </p:cNvPr>
            <p:cNvSpPr/>
            <p:nvPr/>
          </p:nvSpPr>
          <p:spPr>
            <a:xfrm>
              <a:off x="7721203" y="5120045"/>
              <a:ext cx="6132552" cy="5412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20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My natural curiosity and adaptability directly translate to effective security analysis</a:t>
              </a:r>
              <a:endParaRPr lang="en-US" sz="2000" dirty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BA121465-627D-9599-D4B8-1ABD112BD041}"/>
              </a:ext>
            </a:extLst>
          </p:cNvPr>
          <p:cNvGrpSpPr/>
          <p:nvPr/>
        </p:nvGrpSpPr>
        <p:grpSpPr>
          <a:xfrm>
            <a:off x="890989" y="1001484"/>
            <a:ext cx="10406846" cy="4364407"/>
            <a:chOff x="457097" y="419848"/>
            <a:chExt cx="13063061" cy="5033130"/>
          </a:xfrm>
        </p:grpSpPr>
        <p:sp>
          <p:nvSpPr>
            <p:cNvPr id="23" name="Text 0">
              <a:extLst>
                <a:ext uri="{FF2B5EF4-FFF2-40B4-BE49-F238E27FC236}">
                  <a16:creationId xmlns:a16="http://schemas.microsoft.com/office/drawing/2014/main" id="{204583DB-8541-1309-B2F7-715D234A47DD}"/>
                </a:ext>
              </a:extLst>
            </p:cNvPr>
            <p:cNvSpPr/>
            <p:nvPr/>
          </p:nvSpPr>
          <p:spPr>
            <a:xfrm>
              <a:off x="457097" y="419848"/>
              <a:ext cx="8840986" cy="6997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00"/>
                </a:lnSpc>
                <a:buNone/>
              </a:pPr>
              <a:r>
                <a:rPr lang="en-US" sz="4400" b="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Current Project: Divide &amp; Defend</a:t>
              </a:r>
              <a:endParaRPr lang="en-US" sz="4400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D8B971FC-7AB8-DE79-4465-8C3F66B0EA60}"/>
                </a:ext>
              </a:extLst>
            </p:cNvPr>
            <p:cNvSpPr/>
            <p:nvPr/>
          </p:nvSpPr>
          <p:spPr>
            <a:xfrm>
              <a:off x="457097" y="1455454"/>
              <a:ext cx="4716542" cy="3498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SOC Lab with Micro-Segmentation</a:t>
              </a:r>
              <a:endParaRPr lang="en-US" sz="2200" dirty="0"/>
            </a:p>
          </p:txBody>
        </p:sp>
        <p:sp>
          <p:nvSpPr>
            <p:cNvPr id="25" name="Shape 2">
              <a:extLst>
                <a:ext uri="{FF2B5EF4-FFF2-40B4-BE49-F238E27FC236}">
                  <a16:creationId xmlns:a16="http://schemas.microsoft.com/office/drawing/2014/main" id="{E37E68F5-B12C-4F07-0140-D6DCD43232D3}"/>
                </a:ext>
              </a:extLst>
            </p:cNvPr>
            <p:cNvSpPr/>
            <p:nvPr/>
          </p:nvSpPr>
          <p:spPr>
            <a:xfrm>
              <a:off x="457097" y="2141135"/>
              <a:ext cx="13063061" cy="3311843"/>
            </a:xfrm>
            <a:prstGeom prst="roundRect">
              <a:avLst>
                <a:gd name="adj" fmla="val 2840"/>
              </a:avLst>
            </a:prstGeom>
            <a:solidFill>
              <a:srgbClr val="DADBF1"/>
            </a:solidFill>
            <a:ln w="7620">
              <a:solidFill>
                <a:srgbClr val="C0C1D7"/>
              </a:solidFill>
              <a:prstDash val="solid"/>
            </a:ln>
          </p:spPr>
        </p:sp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FFDECD37-83CF-4765-8802-057E486CD006}"/>
                </a:ext>
              </a:extLst>
            </p:cNvPr>
            <p:cNvSpPr/>
            <p:nvPr/>
          </p:nvSpPr>
          <p:spPr>
            <a:xfrm>
              <a:off x="464717" y="2148755"/>
              <a:ext cx="6523911" cy="1648301"/>
            </a:xfrm>
            <a:prstGeom prst="roundRect">
              <a:avLst>
                <a:gd name="adj" fmla="val 5706"/>
              </a:avLst>
            </a:prstGeom>
            <a:solidFill>
              <a:srgbClr val="DADBF1"/>
            </a:solidFill>
            <a:ln/>
          </p:spPr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E8EA3F04-9A20-5F8C-66C3-BE28FEBA5D06}"/>
                </a:ext>
              </a:extLst>
            </p:cNvPr>
            <p:cNvSpPr/>
            <p:nvPr/>
          </p:nvSpPr>
          <p:spPr>
            <a:xfrm>
              <a:off x="688555" y="2372592"/>
              <a:ext cx="2799040" cy="3498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Alert Analysis</a:t>
              </a:r>
              <a:endParaRPr lang="en-US" sz="2200" dirty="0"/>
            </a:p>
          </p:txBody>
        </p:sp>
        <p:sp>
          <p:nvSpPr>
            <p:cNvPr id="28" name="Text 5">
              <a:extLst>
                <a:ext uri="{FF2B5EF4-FFF2-40B4-BE49-F238E27FC236}">
                  <a16:creationId xmlns:a16="http://schemas.microsoft.com/office/drawing/2014/main" id="{7DC1A7B1-AE67-2420-037C-B87C08C6F561}"/>
                </a:ext>
              </a:extLst>
            </p:cNvPr>
            <p:cNvSpPr/>
            <p:nvPr/>
          </p:nvSpPr>
          <p:spPr>
            <a:xfrm>
              <a:off x="688555" y="2856700"/>
              <a:ext cx="6076236" cy="7165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Identifying and categorizing security alerts across segmented network zones</a:t>
              </a:r>
              <a:endParaRPr lang="en-US" sz="1750" dirty="0"/>
            </a:p>
          </p:txBody>
        </p:sp>
        <p:sp>
          <p:nvSpPr>
            <p:cNvPr id="29" name="Shape 6">
              <a:extLst>
                <a:ext uri="{FF2B5EF4-FFF2-40B4-BE49-F238E27FC236}">
                  <a16:creationId xmlns:a16="http://schemas.microsoft.com/office/drawing/2014/main" id="{D6E5517F-0EF1-C4DB-0D81-8BFE30EBF589}"/>
                </a:ext>
              </a:extLst>
            </p:cNvPr>
            <p:cNvSpPr/>
            <p:nvPr/>
          </p:nvSpPr>
          <p:spPr>
            <a:xfrm>
              <a:off x="6988628" y="2148755"/>
              <a:ext cx="6523911" cy="1648301"/>
            </a:xfrm>
            <a:prstGeom prst="rect">
              <a:avLst/>
            </a:prstGeom>
            <a:solidFill>
              <a:srgbClr val="DADBF1"/>
            </a:solidFill>
            <a:ln/>
          </p:spPr>
        </p:sp>
        <p:sp>
          <p:nvSpPr>
            <p:cNvPr id="30" name="Shape 7">
              <a:extLst>
                <a:ext uri="{FF2B5EF4-FFF2-40B4-BE49-F238E27FC236}">
                  <a16:creationId xmlns:a16="http://schemas.microsoft.com/office/drawing/2014/main" id="{B34570F3-EB95-AC34-256F-D16EB8D9EED9}"/>
                </a:ext>
              </a:extLst>
            </p:cNvPr>
            <p:cNvSpPr/>
            <p:nvPr/>
          </p:nvSpPr>
          <p:spPr>
            <a:xfrm>
              <a:off x="6988628" y="2148755"/>
              <a:ext cx="30480" cy="1648301"/>
            </a:xfrm>
            <a:prstGeom prst="roundRect">
              <a:avLst>
                <a:gd name="adj" fmla="val 308559"/>
              </a:avLst>
            </a:prstGeom>
            <a:solidFill>
              <a:srgbClr val="C0C1D7"/>
            </a:solidFill>
            <a:ln/>
          </p:spPr>
        </p:sp>
        <p:sp>
          <p:nvSpPr>
            <p:cNvPr id="31" name="Text 8">
              <a:extLst>
                <a:ext uri="{FF2B5EF4-FFF2-40B4-BE49-F238E27FC236}">
                  <a16:creationId xmlns:a16="http://schemas.microsoft.com/office/drawing/2014/main" id="{199D1AA6-2763-8EDB-37ED-85EDF47B1EF8}"/>
                </a:ext>
              </a:extLst>
            </p:cNvPr>
            <p:cNvSpPr/>
            <p:nvPr/>
          </p:nvSpPr>
          <p:spPr>
            <a:xfrm>
              <a:off x="7212465" y="2372592"/>
              <a:ext cx="2799040" cy="3498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SIEM Deployment</a:t>
              </a:r>
              <a:endParaRPr lang="en-US" sz="2200" dirty="0"/>
            </a:p>
          </p:txBody>
        </p:sp>
        <p:sp>
          <p:nvSpPr>
            <p:cNvPr id="32" name="Text 9">
              <a:extLst>
                <a:ext uri="{FF2B5EF4-FFF2-40B4-BE49-F238E27FC236}">
                  <a16:creationId xmlns:a16="http://schemas.microsoft.com/office/drawing/2014/main" id="{B625AACF-1B4D-33F6-DEAF-54F8FA197CB6}"/>
                </a:ext>
              </a:extLst>
            </p:cNvPr>
            <p:cNvSpPr/>
            <p:nvPr/>
          </p:nvSpPr>
          <p:spPr>
            <a:xfrm>
              <a:off x="7212465" y="2856700"/>
              <a:ext cx="6076236" cy="7165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Configuring and optimizing security information and event management tools</a:t>
              </a:r>
              <a:endParaRPr lang="en-US" sz="1750" dirty="0"/>
            </a:p>
          </p:txBody>
        </p:sp>
        <p:sp>
          <p:nvSpPr>
            <p:cNvPr id="33" name="Shape 10">
              <a:extLst>
                <a:ext uri="{FF2B5EF4-FFF2-40B4-BE49-F238E27FC236}">
                  <a16:creationId xmlns:a16="http://schemas.microsoft.com/office/drawing/2014/main" id="{AE811AD1-E58B-C060-3141-9B378901BB75}"/>
                </a:ext>
              </a:extLst>
            </p:cNvPr>
            <p:cNvSpPr/>
            <p:nvPr/>
          </p:nvSpPr>
          <p:spPr>
            <a:xfrm>
              <a:off x="464717" y="3797056"/>
              <a:ext cx="6523911" cy="1648301"/>
            </a:xfrm>
            <a:prstGeom prst="rect">
              <a:avLst/>
            </a:prstGeom>
            <a:solidFill>
              <a:srgbClr val="DADBF1"/>
            </a:solidFill>
            <a:ln/>
          </p:spPr>
        </p:sp>
        <p:sp>
          <p:nvSpPr>
            <p:cNvPr id="34" name="Shape 11">
              <a:extLst>
                <a:ext uri="{FF2B5EF4-FFF2-40B4-BE49-F238E27FC236}">
                  <a16:creationId xmlns:a16="http://schemas.microsoft.com/office/drawing/2014/main" id="{3DB840EF-D7A2-71A8-F6FE-A32171511030}"/>
                </a:ext>
              </a:extLst>
            </p:cNvPr>
            <p:cNvSpPr/>
            <p:nvPr/>
          </p:nvSpPr>
          <p:spPr>
            <a:xfrm>
              <a:off x="464717" y="3797056"/>
              <a:ext cx="6523911" cy="30480"/>
            </a:xfrm>
            <a:prstGeom prst="roundRect">
              <a:avLst>
                <a:gd name="adj" fmla="val 308559"/>
              </a:avLst>
            </a:prstGeom>
            <a:solidFill>
              <a:srgbClr val="C0C1D7"/>
            </a:solidFill>
            <a:ln/>
          </p:spPr>
        </p:sp>
        <p:sp>
          <p:nvSpPr>
            <p:cNvPr id="35" name="Text 12">
              <a:extLst>
                <a:ext uri="{FF2B5EF4-FFF2-40B4-BE49-F238E27FC236}">
                  <a16:creationId xmlns:a16="http://schemas.microsoft.com/office/drawing/2014/main" id="{2A249B55-1F56-6037-7FB5-1A410688CC28}"/>
                </a:ext>
              </a:extLst>
            </p:cNvPr>
            <p:cNvSpPr/>
            <p:nvPr/>
          </p:nvSpPr>
          <p:spPr>
            <a:xfrm>
              <a:off x="688555" y="4020894"/>
              <a:ext cx="2799040" cy="3498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Incident Triage</a:t>
              </a:r>
              <a:endParaRPr lang="en-US" sz="2200" dirty="0"/>
            </a:p>
          </p:txBody>
        </p:sp>
        <p:sp>
          <p:nvSpPr>
            <p:cNvPr id="36" name="Text 13">
              <a:extLst>
                <a:ext uri="{FF2B5EF4-FFF2-40B4-BE49-F238E27FC236}">
                  <a16:creationId xmlns:a16="http://schemas.microsoft.com/office/drawing/2014/main" id="{26BF2284-BAF3-824B-8800-E4C6BBEE4435}"/>
                </a:ext>
              </a:extLst>
            </p:cNvPr>
            <p:cNvSpPr/>
            <p:nvPr/>
          </p:nvSpPr>
          <p:spPr>
            <a:xfrm>
              <a:off x="688555" y="4505002"/>
              <a:ext cx="6076236" cy="7165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Determining severity and appropriate response paths for security events</a:t>
              </a:r>
              <a:endParaRPr lang="en-US" sz="1750" dirty="0"/>
            </a:p>
          </p:txBody>
        </p:sp>
        <p:sp>
          <p:nvSpPr>
            <p:cNvPr id="37" name="Shape 14">
              <a:extLst>
                <a:ext uri="{FF2B5EF4-FFF2-40B4-BE49-F238E27FC236}">
                  <a16:creationId xmlns:a16="http://schemas.microsoft.com/office/drawing/2014/main" id="{3B24FA71-52E6-33EB-AB2A-643134347480}"/>
                </a:ext>
              </a:extLst>
            </p:cNvPr>
            <p:cNvSpPr/>
            <p:nvPr/>
          </p:nvSpPr>
          <p:spPr>
            <a:xfrm>
              <a:off x="6988628" y="3797056"/>
              <a:ext cx="6523911" cy="1648301"/>
            </a:xfrm>
            <a:prstGeom prst="rect">
              <a:avLst/>
            </a:prstGeom>
            <a:solidFill>
              <a:srgbClr val="DADBF1"/>
            </a:solidFill>
            <a:ln/>
          </p:spPr>
        </p:sp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BCDDB313-3B9C-1F2D-C1BC-FE75A195E1E9}"/>
                </a:ext>
              </a:extLst>
            </p:cNvPr>
            <p:cNvSpPr/>
            <p:nvPr/>
          </p:nvSpPr>
          <p:spPr>
            <a:xfrm>
              <a:off x="6988628" y="3797056"/>
              <a:ext cx="30480" cy="1648301"/>
            </a:xfrm>
            <a:prstGeom prst="roundRect">
              <a:avLst>
                <a:gd name="adj" fmla="val 308559"/>
              </a:avLst>
            </a:prstGeom>
            <a:solidFill>
              <a:srgbClr val="C0C1D7"/>
            </a:solidFill>
            <a:ln/>
          </p:spPr>
        </p:sp>
        <p:sp>
          <p:nvSpPr>
            <p:cNvPr id="39" name="Shape 16">
              <a:extLst>
                <a:ext uri="{FF2B5EF4-FFF2-40B4-BE49-F238E27FC236}">
                  <a16:creationId xmlns:a16="http://schemas.microsoft.com/office/drawing/2014/main" id="{05951601-A48B-31AD-4464-78882851B752}"/>
                </a:ext>
              </a:extLst>
            </p:cNvPr>
            <p:cNvSpPr/>
            <p:nvPr/>
          </p:nvSpPr>
          <p:spPr>
            <a:xfrm>
              <a:off x="6988628" y="3797056"/>
              <a:ext cx="6523911" cy="30480"/>
            </a:xfrm>
            <a:prstGeom prst="roundRect">
              <a:avLst>
                <a:gd name="adj" fmla="val 308559"/>
              </a:avLst>
            </a:prstGeom>
            <a:solidFill>
              <a:srgbClr val="C0C1D7"/>
            </a:solidFill>
            <a:ln/>
          </p:spPr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55E7F4A5-B1D4-9F13-5E00-A374AF65CFC2}"/>
                </a:ext>
              </a:extLst>
            </p:cNvPr>
            <p:cNvSpPr/>
            <p:nvPr/>
          </p:nvSpPr>
          <p:spPr>
            <a:xfrm>
              <a:off x="7212465" y="4020894"/>
              <a:ext cx="2799040" cy="3498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Threat Intelligence</a:t>
              </a:r>
              <a:endParaRPr lang="en-US" sz="2200" dirty="0"/>
            </a:p>
          </p:txBody>
        </p:sp>
        <p:sp>
          <p:nvSpPr>
            <p:cNvPr id="41" name="Text 18">
              <a:extLst>
                <a:ext uri="{FF2B5EF4-FFF2-40B4-BE49-F238E27FC236}">
                  <a16:creationId xmlns:a16="http://schemas.microsoft.com/office/drawing/2014/main" id="{19ED486B-7664-0CCD-8C27-1F27DB003699}"/>
                </a:ext>
              </a:extLst>
            </p:cNvPr>
            <p:cNvSpPr/>
            <p:nvPr/>
          </p:nvSpPr>
          <p:spPr>
            <a:xfrm>
              <a:off x="7212465" y="4505002"/>
              <a:ext cx="6076236" cy="7165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Applying current threat data to enhance detection and prevention measures</a:t>
              </a:r>
              <a:endParaRPr lang="en-US" sz="1750" dirty="0"/>
            </a:p>
          </p:txBody>
        </p:sp>
      </p:grpSp>
    </p:spTree>
    <p:extLst>
      <p:ext uri="{BB962C8B-B14F-4D97-AF65-F5344CB8AC3E}">
        <p14:creationId xmlns:p14="http://schemas.microsoft.com/office/powerpoint/2010/main" val="224859629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06" y="1147159"/>
            <a:ext cx="10512862" cy="1325563"/>
          </a:xfrm>
        </p:spPr>
        <p:txBody>
          <a:bodyPr/>
          <a:lstStyle/>
          <a:p>
            <a:r>
              <a:rPr b="1" dirty="0">
                <a:latin typeface="Futura" panose="020B0602020204020303" pitchFamily="34" charset="-79"/>
                <a:cs typeface="Futura" panose="020B0602020204020303" pitchFamily="34" charset="-79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706" y="2316881"/>
            <a:ext cx="10512862" cy="435133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Grow as cybersecurity professional</a:t>
            </a:r>
          </a:p>
          <a:p>
            <a:pPr marL="0" indent="0">
              <a:buNone/>
            </a:pPr>
            <a:r>
              <a:rPr dirty="0"/>
              <a:t>• Creativity + Problem-Solving</a:t>
            </a:r>
          </a:p>
          <a:p>
            <a:pPr marL="0" indent="0">
              <a:buNone/>
            </a:pPr>
            <a:r>
              <a:rPr dirty="0"/>
              <a:t>• Better life through learning</a:t>
            </a:r>
          </a:p>
          <a:p>
            <a:pPr marL="0" indent="0">
              <a:buNone/>
            </a:pPr>
            <a:r>
              <a:rPr dirty="0"/>
              <a:t>• Keep improving every day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909A526-86E1-B899-26C3-8B0908DBA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195" y="-686217"/>
            <a:ext cx="5486400" cy="82304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E245E676-E88B-1369-95D7-9BC60991AC3F}"/>
              </a:ext>
            </a:extLst>
          </p:cNvPr>
          <p:cNvSpPr/>
          <p:nvPr/>
        </p:nvSpPr>
        <p:spPr>
          <a:xfrm>
            <a:off x="5048695" y="1514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671357AE-8348-18FD-04B9-6C5C2101652E}"/>
              </a:ext>
            </a:extLst>
          </p:cNvPr>
          <p:cNvSpPr/>
          <p:nvPr/>
        </p:nvSpPr>
        <p:spPr>
          <a:xfrm>
            <a:off x="3410088" y="5162399"/>
            <a:ext cx="53686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Javier Napoles | jnapfx@gmail.com</a:t>
            </a:r>
            <a:endParaRPr lang="en-US" sz="2400" dirty="0"/>
          </a:p>
        </p:txBody>
      </p:sp>
      <p:pic>
        <p:nvPicPr>
          <p:cNvPr id="10" name="Image 13" descr="preencoded.png">
            <a:hlinkClick r:id="rId3"/>
            <a:extLst>
              <a:ext uri="{FF2B5EF4-FFF2-40B4-BE49-F238E27FC236}">
                <a16:creationId xmlns:a16="http://schemas.microsoft.com/office/drawing/2014/main" id="{83E1D66F-9F24-1AB4-81F8-61E48E59B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359" y="2251202"/>
            <a:ext cx="2210371" cy="281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0853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958</TotalTime>
  <Words>652</Words>
  <Application>Microsoft Macintosh PowerPoint</Application>
  <PresentationFormat>Custom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Futura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Why  Cybersecurity?</vt:lpstr>
      <vt:lpstr>PowerPoint Presentation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Napoles</cp:lastModifiedBy>
  <cp:revision>7</cp:revision>
  <dcterms:created xsi:type="dcterms:W3CDTF">2013-01-27T09:14:16Z</dcterms:created>
  <dcterms:modified xsi:type="dcterms:W3CDTF">2025-08-22T00:31:12Z</dcterms:modified>
  <cp:category/>
</cp:coreProperties>
</file>