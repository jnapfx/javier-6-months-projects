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0" r:id="rId1"/>
  </p:sldMasterIdLst>
  <p:notesMasterIdLst>
    <p:notesMasterId r:id="rId12"/>
  </p:notesMasterIdLst>
  <p:sldIdLst>
    <p:sldId id="268" r:id="rId2"/>
    <p:sldId id="257" r:id="rId3"/>
    <p:sldId id="256" r:id="rId4"/>
    <p:sldId id="259" r:id="rId5"/>
    <p:sldId id="258" r:id="rId6"/>
    <p:sldId id="260" r:id="rId7"/>
    <p:sldId id="261" r:id="rId8"/>
    <p:sldId id="269" r:id="rId9"/>
    <p:sldId id="267" r:id="rId10"/>
    <p:sldId id="266"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529"/>
    <p:restoredTop sz="62112"/>
  </p:normalViewPr>
  <p:slideViewPr>
    <p:cSldViewPr snapToGrid="0">
      <p:cViewPr>
        <p:scale>
          <a:sx n="57" d="100"/>
          <a:sy n="57" d="100"/>
        </p:scale>
        <p:origin x="2680" y="4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546389-979A-F848-8C7D-D13B0A2D921C}" type="datetimeFigureOut">
              <a:rPr lang="en-US" smtClean="0"/>
              <a:t>8/28/25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C428E9-1A1D-B64D-A780-15D1D37C14BA}" type="slidenum">
              <a:rPr lang="en-US" smtClean="0"/>
              <a:t>‹#›</a:t>
            </a:fld>
            <a:endParaRPr lang="en-US"/>
          </a:p>
        </p:txBody>
      </p:sp>
    </p:spTree>
    <p:extLst>
      <p:ext uri="{BB962C8B-B14F-4D97-AF65-F5344CB8AC3E}">
        <p14:creationId xmlns:p14="http://schemas.microsoft.com/office/powerpoint/2010/main" val="6860270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This semester’s been kind of a mess with software. I kept running into connection issues, so I tried switching to Windows—but that just gave me more headaches. Eventually, I went back to my Mac, and finally, after some struggles, I got all the tools that I need for my project working. Here’s what I used…</a:t>
            </a:r>
            <a:endParaRPr lang="en-US" dirty="0"/>
          </a:p>
        </p:txBody>
      </p:sp>
      <p:sp>
        <p:nvSpPr>
          <p:cNvPr id="4" name="Slide Number Placeholder 3"/>
          <p:cNvSpPr>
            <a:spLocks noGrp="1"/>
          </p:cNvSpPr>
          <p:nvPr>
            <p:ph type="sldNum" sz="quarter" idx="5"/>
          </p:nvPr>
        </p:nvSpPr>
        <p:spPr/>
        <p:txBody>
          <a:bodyPr/>
          <a:lstStyle/>
          <a:p>
            <a:fld id="{4EC428E9-1A1D-B64D-A780-15D1D37C14BA}" type="slidenum">
              <a:rPr lang="en-US" smtClean="0"/>
              <a:t>1</a:t>
            </a:fld>
            <a:endParaRPr lang="en-US"/>
          </a:p>
        </p:txBody>
      </p:sp>
    </p:spTree>
    <p:extLst>
      <p:ext uri="{BB962C8B-B14F-4D97-AF65-F5344CB8AC3E}">
        <p14:creationId xmlns:p14="http://schemas.microsoft.com/office/powerpoint/2010/main" val="1182408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This diagram shows our </a:t>
            </a:r>
            <a:r>
              <a:rPr lang="en-US" sz="1200" b="0" i="0" u="none" strike="noStrike" kern="1200" dirty="0" err="1">
                <a:solidFill>
                  <a:schemeClr val="tx1"/>
                </a:solidFill>
                <a:effectLst/>
                <a:latin typeface="+mn-lt"/>
                <a:ea typeface="+mn-ea"/>
                <a:cs typeface="+mn-cs"/>
              </a:rPr>
              <a:t>Wazuh</a:t>
            </a:r>
            <a:r>
              <a:rPr lang="en-US" sz="1200" b="0" i="0" u="none" strike="noStrike" kern="1200" dirty="0">
                <a:solidFill>
                  <a:schemeClr val="tx1"/>
                </a:solidFill>
                <a:effectLst/>
                <a:latin typeface="+mn-lt"/>
                <a:ea typeface="+mn-ea"/>
                <a:cs typeface="+mn-cs"/>
              </a:rPr>
              <a:t> home lab. </a:t>
            </a:r>
          </a:p>
          <a:p>
            <a:endParaRPr lang="en-US" sz="1200" b="0" i="0" u="none" strike="noStrike" kern="1200" dirty="0">
              <a:solidFill>
                <a:schemeClr val="tx1"/>
              </a:solidFill>
              <a:effectLst/>
              <a:latin typeface="+mn-lt"/>
              <a:ea typeface="+mn-ea"/>
              <a:cs typeface="+mn-cs"/>
            </a:endParaRPr>
          </a:p>
          <a:p>
            <a:r>
              <a:rPr lang="en-US" sz="1200" b="0" i="0" u="none" strike="noStrike" kern="1200" dirty="0">
                <a:solidFill>
                  <a:schemeClr val="tx1"/>
                </a:solidFill>
                <a:effectLst/>
                <a:latin typeface="+mn-lt"/>
                <a:ea typeface="+mn-ea"/>
                <a:cs typeface="+mn-cs"/>
              </a:rPr>
              <a:t>The Host runs MacOS with Docker Desktop.</a:t>
            </a:r>
          </a:p>
          <a:p>
            <a:endParaRPr lang="en-US" sz="1200" b="0" i="0" u="none" strike="noStrike" kern="1200" dirty="0">
              <a:solidFill>
                <a:schemeClr val="tx1"/>
              </a:solidFill>
              <a:effectLst/>
              <a:latin typeface="+mn-lt"/>
              <a:ea typeface="+mn-ea"/>
              <a:cs typeface="+mn-cs"/>
            </a:endParaRPr>
          </a:p>
          <a:p>
            <a:r>
              <a:rPr lang="en-US" sz="1200" b="0" i="0" u="none" strike="noStrike" kern="1200" dirty="0">
                <a:solidFill>
                  <a:schemeClr val="tx1"/>
                </a:solidFill>
                <a:effectLst/>
                <a:latin typeface="+mn-lt"/>
                <a:ea typeface="+mn-ea"/>
                <a:cs typeface="+mn-cs"/>
              </a:rPr>
              <a:t> Inside, we have the </a:t>
            </a:r>
            <a:r>
              <a:rPr lang="en-US" sz="1200" b="0" i="0" u="none" strike="noStrike" kern="1200" dirty="0" err="1">
                <a:solidFill>
                  <a:schemeClr val="tx1"/>
                </a:solidFill>
                <a:effectLst/>
                <a:latin typeface="+mn-lt"/>
                <a:ea typeface="+mn-ea"/>
                <a:cs typeface="+mn-cs"/>
              </a:rPr>
              <a:t>Wazuh</a:t>
            </a:r>
            <a:r>
              <a:rPr lang="en-US" sz="1200" b="0" i="0" u="none" strike="noStrike" kern="1200" dirty="0">
                <a:solidFill>
                  <a:schemeClr val="tx1"/>
                </a:solidFill>
                <a:effectLst/>
                <a:latin typeface="+mn-lt"/>
                <a:ea typeface="+mn-ea"/>
                <a:cs typeface="+mn-cs"/>
              </a:rPr>
              <a:t> Manager, Indexer, and Dashboard. Three Parrot OS agents connect to the manager on TCP ports 1514 and 1515 to send security events. </a:t>
            </a:r>
          </a:p>
          <a:p>
            <a:r>
              <a:rPr lang="en-US" sz="1200" b="0" i="0" u="none" strike="noStrike" kern="1200" dirty="0">
                <a:solidFill>
                  <a:schemeClr val="tx1"/>
                </a:solidFill>
                <a:effectLst/>
                <a:latin typeface="+mn-lt"/>
                <a:ea typeface="+mn-ea"/>
                <a:cs typeface="+mn-cs"/>
              </a:rPr>
              <a:t>The manager sends logs to the indexer on port 9200. The dashboard retrieves them on port 5601 for visualization. Colors show roles: blue for manager, orange for indexer, green for dashboard, gray for agents. This makes the data flow clear and easy to understand.</a:t>
            </a:r>
            <a:endParaRPr lang="en-US" dirty="0"/>
          </a:p>
        </p:txBody>
      </p:sp>
      <p:sp>
        <p:nvSpPr>
          <p:cNvPr id="4" name="Slide Number Placeholder 3"/>
          <p:cNvSpPr>
            <a:spLocks noGrp="1"/>
          </p:cNvSpPr>
          <p:nvPr>
            <p:ph type="sldNum" sz="quarter" idx="5"/>
          </p:nvPr>
        </p:nvSpPr>
        <p:spPr/>
        <p:txBody>
          <a:bodyPr/>
          <a:lstStyle/>
          <a:p>
            <a:fld id="{4EC428E9-1A1D-B64D-A780-15D1D37C14BA}" type="slidenum">
              <a:rPr lang="en-US" smtClean="0"/>
              <a:t>2</a:t>
            </a:fld>
            <a:endParaRPr lang="en-US"/>
          </a:p>
        </p:txBody>
      </p:sp>
    </p:spTree>
    <p:extLst>
      <p:ext uri="{BB962C8B-B14F-4D97-AF65-F5344CB8AC3E}">
        <p14:creationId xmlns:p14="http://schemas.microsoft.com/office/powerpoint/2010/main" val="7214420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a:t>
            </a:r>
            <a:r>
              <a:rPr lang="en-US" dirty="0" err="1"/>
              <a:t>Wazuh</a:t>
            </a:r>
            <a:r>
              <a:rPr lang="en-US" dirty="0"/>
              <a:t> setup I use Docker containers to separate its main components.</a:t>
            </a:r>
          </a:p>
          <a:p>
            <a:r>
              <a:rPr lang="en-US" dirty="0"/>
              <a:t> The </a:t>
            </a:r>
            <a:r>
              <a:rPr lang="en-US" b="1" dirty="0" err="1"/>
              <a:t>wazuh.manager</a:t>
            </a:r>
            <a:r>
              <a:rPr lang="en-US" dirty="0"/>
              <a:t> is the core, it receives and analyzes logs from the agents. </a:t>
            </a:r>
          </a:p>
          <a:p>
            <a:endParaRPr lang="en-US" dirty="0"/>
          </a:p>
          <a:p>
            <a:r>
              <a:rPr lang="en-US" dirty="0"/>
              <a:t>The </a:t>
            </a:r>
            <a:r>
              <a:rPr lang="en-US" b="1" dirty="0" err="1"/>
              <a:t>wazuh.indexer</a:t>
            </a:r>
            <a:r>
              <a:rPr lang="en-US" dirty="0"/>
              <a:t> stores and organizes the data so it can be searched efficiently. </a:t>
            </a:r>
          </a:p>
          <a:p>
            <a:endParaRPr lang="en-US" dirty="0"/>
          </a:p>
          <a:p>
            <a:r>
              <a:rPr lang="en-US" dirty="0"/>
              <a:t>And the </a:t>
            </a:r>
            <a:r>
              <a:rPr lang="en-US" b="1" dirty="0" err="1"/>
              <a:t>wazuh.dashboard</a:t>
            </a:r>
            <a:r>
              <a:rPr lang="en-US" dirty="0"/>
              <a:t> gives us the web interface to visualize alerts and metrics. Running them in containers makes the system easier to manage, scale, and keep stable.”</a:t>
            </a:r>
          </a:p>
        </p:txBody>
      </p:sp>
      <p:sp>
        <p:nvSpPr>
          <p:cNvPr id="4" name="Slide Number Placeholder 3"/>
          <p:cNvSpPr>
            <a:spLocks noGrp="1"/>
          </p:cNvSpPr>
          <p:nvPr>
            <p:ph type="sldNum" sz="quarter" idx="5"/>
          </p:nvPr>
        </p:nvSpPr>
        <p:spPr/>
        <p:txBody>
          <a:bodyPr/>
          <a:lstStyle/>
          <a:p>
            <a:fld id="{4EC428E9-1A1D-B64D-A780-15D1D37C14BA}" type="slidenum">
              <a:rPr lang="en-US" smtClean="0"/>
              <a:t>3</a:t>
            </a:fld>
            <a:endParaRPr lang="en-US"/>
          </a:p>
        </p:txBody>
      </p:sp>
    </p:spTree>
    <p:extLst>
      <p:ext uri="{BB962C8B-B14F-4D97-AF65-F5344CB8AC3E}">
        <p14:creationId xmlns:p14="http://schemas.microsoft.com/office/powerpoint/2010/main" val="33253873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a:t>
            </a:r>
            <a:r>
              <a:rPr lang="en-US" dirty="0" err="1"/>
              <a:t>Wazuh</a:t>
            </a:r>
            <a:r>
              <a:rPr lang="en-US" dirty="0"/>
              <a:t> dashboard we can see all of my active agents connected. I have three </a:t>
            </a:r>
            <a:r>
              <a:rPr lang="en-US" dirty="0" err="1"/>
              <a:t>ParrotOS</a:t>
            </a:r>
            <a:r>
              <a:rPr lang="en-US" dirty="0"/>
              <a:t> machines and one macOS system, all reporting logs to the </a:t>
            </a:r>
            <a:r>
              <a:rPr lang="en-US" dirty="0" err="1"/>
              <a:t>Wazuh</a:t>
            </a:r>
            <a:r>
              <a:rPr lang="en-US" dirty="0"/>
              <a:t> manager. </a:t>
            </a:r>
          </a:p>
          <a:p>
            <a:endParaRPr lang="en-US" dirty="0"/>
          </a:p>
          <a:p>
            <a:r>
              <a:rPr lang="en-US" dirty="0"/>
              <a:t>Each agent represents an endpoint, and having them active here confirms that communication is working. This allows me to monitor events from different operating systems in one place, making the lab environment more realistic and centralized.”</a:t>
            </a:r>
          </a:p>
        </p:txBody>
      </p:sp>
      <p:sp>
        <p:nvSpPr>
          <p:cNvPr id="4" name="Slide Number Placeholder 3"/>
          <p:cNvSpPr>
            <a:spLocks noGrp="1"/>
          </p:cNvSpPr>
          <p:nvPr>
            <p:ph type="sldNum" sz="quarter" idx="5"/>
          </p:nvPr>
        </p:nvSpPr>
        <p:spPr/>
        <p:txBody>
          <a:bodyPr/>
          <a:lstStyle/>
          <a:p>
            <a:fld id="{4EC428E9-1A1D-B64D-A780-15D1D37C14BA}" type="slidenum">
              <a:rPr lang="en-US" smtClean="0"/>
              <a:t>4</a:t>
            </a:fld>
            <a:endParaRPr lang="en-US"/>
          </a:p>
        </p:txBody>
      </p:sp>
    </p:spTree>
    <p:extLst>
      <p:ext uri="{BB962C8B-B14F-4D97-AF65-F5344CB8AC3E}">
        <p14:creationId xmlns:p14="http://schemas.microsoft.com/office/powerpoint/2010/main" val="19646268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setup I’m running three </a:t>
            </a:r>
            <a:r>
              <a:rPr lang="en-US" dirty="0" err="1"/>
              <a:t>ParrotOS</a:t>
            </a:r>
            <a:r>
              <a:rPr lang="en-US" dirty="0"/>
              <a:t> virtual machines as </a:t>
            </a:r>
            <a:r>
              <a:rPr lang="en-US" b="1" dirty="0" err="1"/>
              <a:t>Wazuh</a:t>
            </a:r>
            <a:r>
              <a:rPr lang="en-US" b="1" dirty="0"/>
              <a:t> agents</a:t>
            </a:r>
            <a:r>
              <a:rPr lang="en-US" dirty="0"/>
              <a:t>. </a:t>
            </a:r>
          </a:p>
          <a:p>
            <a:endParaRPr lang="en-US" dirty="0"/>
          </a:p>
          <a:p>
            <a:r>
              <a:rPr lang="en-US" dirty="0"/>
              <a:t>Each one simulates a different endpoint, and they can all communicate with each other as well as with the </a:t>
            </a:r>
            <a:r>
              <a:rPr lang="en-US" dirty="0" err="1"/>
              <a:t>Wazuh</a:t>
            </a:r>
            <a:r>
              <a:rPr lang="en-US" dirty="0"/>
              <a:t> manager. </a:t>
            </a:r>
          </a:p>
          <a:p>
            <a:endParaRPr lang="en-US" dirty="0"/>
          </a:p>
          <a:p>
            <a:r>
              <a:rPr lang="en-US" dirty="0"/>
              <a:t>This allows me to test log collection, rule detection, and incident response in a realistic lab environment, where I can see how multiple machines generate events and send them back to the central </a:t>
            </a:r>
            <a:r>
              <a:rPr lang="en-US" dirty="0" err="1"/>
              <a:t>Wazuh</a:t>
            </a:r>
            <a:r>
              <a:rPr lang="en-US" dirty="0"/>
              <a:t> system for analysis.</a:t>
            </a:r>
          </a:p>
        </p:txBody>
      </p:sp>
      <p:sp>
        <p:nvSpPr>
          <p:cNvPr id="4" name="Slide Number Placeholder 3"/>
          <p:cNvSpPr>
            <a:spLocks noGrp="1"/>
          </p:cNvSpPr>
          <p:nvPr>
            <p:ph type="sldNum" sz="quarter" idx="5"/>
          </p:nvPr>
        </p:nvSpPr>
        <p:spPr/>
        <p:txBody>
          <a:bodyPr/>
          <a:lstStyle/>
          <a:p>
            <a:fld id="{4EC428E9-1A1D-B64D-A780-15D1D37C14BA}" type="slidenum">
              <a:rPr lang="en-US" smtClean="0"/>
              <a:t>5</a:t>
            </a:fld>
            <a:endParaRPr lang="en-US"/>
          </a:p>
        </p:txBody>
      </p:sp>
    </p:spTree>
    <p:extLst>
      <p:ext uri="{BB962C8B-B14F-4D97-AF65-F5344CB8AC3E}">
        <p14:creationId xmlns:p14="http://schemas.microsoft.com/office/powerpoint/2010/main" val="41596346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custom </a:t>
            </a:r>
            <a:r>
              <a:rPr lang="en-US" dirty="0" err="1"/>
              <a:t>Wazuh</a:t>
            </a:r>
            <a:r>
              <a:rPr lang="en-US" dirty="0"/>
              <a:t> rule I created to detect SSH brute force attempts. It looks for three failed login events within 60 seconds from the same IP address. If those conditions are met, the rule generates an alert with a high severity. By adding this rule, I can simulate real attack scenarios in my lab and see how </a:t>
            </a:r>
            <a:r>
              <a:rPr lang="en-US" dirty="0" err="1"/>
              <a:t>Wazuh</a:t>
            </a:r>
            <a:r>
              <a:rPr lang="en-US" dirty="0"/>
              <a:t> detects and reports them in the dashboard.”</a:t>
            </a:r>
          </a:p>
          <a:p>
            <a:endParaRPr lang="en-US" dirty="0"/>
          </a:p>
          <a:p>
            <a:r>
              <a:rPr lang="en-US" dirty="0"/>
              <a:t>ssh javierssh@192.168.1.110</a:t>
            </a:r>
          </a:p>
        </p:txBody>
      </p:sp>
      <p:sp>
        <p:nvSpPr>
          <p:cNvPr id="4" name="Slide Number Placeholder 3"/>
          <p:cNvSpPr>
            <a:spLocks noGrp="1"/>
          </p:cNvSpPr>
          <p:nvPr>
            <p:ph type="sldNum" sz="quarter" idx="5"/>
          </p:nvPr>
        </p:nvSpPr>
        <p:spPr/>
        <p:txBody>
          <a:bodyPr/>
          <a:lstStyle/>
          <a:p>
            <a:fld id="{4EC428E9-1A1D-B64D-A780-15D1D37C14BA}" type="slidenum">
              <a:rPr lang="en-US" smtClean="0"/>
              <a:t>6</a:t>
            </a:fld>
            <a:endParaRPr lang="en-US"/>
          </a:p>
        </p:txBody>
      </p:sp>
    </p:spTree>
    <p:extLst>
      <p:ext uri="{BB962C8B-B14F-4D97-AF65-F5344CB8AC3E}">
        <p14:creationId xmlns:p14="http://schemas.microsoft.com/office/powerpoint/2010/main" val="6224192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Threat Hunting view we can see the custom SSH brute force rule in action. The alert shows that three failed login attempts happened within 60 seconds, coming from the IP 192.168.1.103 to the user ‘</a:t>
            </a:r>
            <a:r>
              <a:rPr lang="en-US" dirty="0" err="1"/>
              <a:t>javierssh</a:t>
            </a:r>
            <a:r>
              <a:rPr lang="en-US" dirty="0"/>
              <a:t>.’ The rule triggered with a high severity level, confirming that </a:t>
            </a:r>
            <a:r>
              <a:rPr lang="en-US" dirty="0" err="1"/>
              <a:t>Wazuh</a:t>
            </a:r>
            <a:r>
              <a:rPr lang="en-US" dirty="0"/>
              <a:t> successfully detected the brute force attack and logged it for further analysis.</a:t>
            </a:r>
          </a:p>
          <a:p>
            <a:endParaRPr lang="en-US" dirty="0"/>
          </a:p>
          <a:p>
            <a:endParaRPr lang="en-US" dirty="0"/>
          </a:p>
          <a:p>
            <a:r>
              <a:rPr lang="en-US" dirty="0"/>
              <a:t>ssh javierssh@192.168.1.110</a:t>
            </a:r>
          </a:p>
        </p:txBody>
      </p:sp>
      <p:sp>
        <p:nvSpPr>
          <p:cNvPr id="4" name="Slide Number Placeholder 3"/>
          <p:cNvSpPr>
            <a:spLocks noGrp="1"/>
          </p:cNvSpPr>
          <p:nvPr>
            <p:ph type="sldNum" sz="quarter" idx="5"/>
          </p:nvPr>
        </p:nvSpPr>
        <p:spPr/>
        <p:txBody>
          <a:bodyPr/>
          <a:lstStyle/>
          <a:p>
            <a:fld id="{4EC428E9-1A1D-B64D-A780-15D1D37C14BA}" type="slidenum">
              <a:rPr lang="en-US" smtClean="0"/>
              <a:t>7</a:t>
            </a:fld>
            <a:endParaRPr lang="en-US"/>
          </a:p>
        </p:txBody>
      </p:sp>
    </p:spTree>
    <p:extLst>
      <p:ext uri="{BB962C8B-B14F-4D97-AF65-F5344CB8AC3E}">
        <p14:creationId xmlns:p14="http://schemas.microsoft.com/office/powerpoint/2010/main" val="2313185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Regarding DAE courses, I was able to finish them all.</a:t>
            </a:r>
            <a:endParaRPr lang="en-US" dirty="0"/>
          </a:p>
        </p:txBody>
      </p:sp>
      <p:sp>
        <p:nvSpPr>
          <p:cNvPr id="4" name="Slide Number Placeholder 3"/>
          <p:cNvSpPr>
            <a:spLocks noGrp="1"/>
          </p:cNvSpPr>
          <p:nvPr>
            <p:ph type="sldNum" sz="quarter" idx="5"/>
          </p:nvPr>
        </p:nvSpPr>
        <p:spPr/>
        <p:txBody>
          <a:bodyPr/>
          <a:lstStyle/>
          <a:p>
            <a:fld id="{4EC428E9-1A1D-B64D-A780-15D1D37C14BA}" type="slidenum">
              <a:rPr lang="en-US" smtClean="0"/>
              <a:t>8</a:t>
            </a:fld>
            <a:endParaRPr lang="en-US"/>
          </a:p>
        </p:txBody>
      </p:sp>
    </p:spTree>
    <p:extLst>
      <p:ext uri="{BB962C8B-B14F-4D97-AF65-F5344CB8AC3E}">
        <p14:creationId xmlns:p14="http://schemas.microsoft.com/office/powerpoint/2010/main" val="6701959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"About </a:t>
            </a:r>
            <a:r>
              <a:rPr lang="en-US" sz="1200" b="0" i="0" u="none" strike="noStrike" kern="1200" dirty="0" err="1">
                <a:solidFill>
                  <a:schemeClr val="tx1"/>
                </a:solidFill>
                <a:effectLst/>
                <a:latin typeface="+mn-lt"/>
                <a:ea typeface="+mn-ea"/>
                <a:cs typeface="+mn-cs"/>
              </a:rPr>
              <a:t>Monday.com</a:t>
            </a:r>
            <a:r>
              <a:rPr lang="en-US" sz="1200" b="0" i="0" u="none" strike="noStrike" kern="1200" dirty="0">
                <a:solidFill>
                  <a:schemeClr val="tx1"/>
                </a:solidFill>
                <a:effectLst/>
                <a:latin typeface="+mn-lt"/>
                <a:ea typeface="+mn-ea"/>
                <a:cs typeface="+mn-cs"/>
              </a:rPr>
              <a:t>, I couldn’t finish all my tasks because of a troubleshooting marathon, so I’m just moving the ones I got done to next semester."</a:t>
            </a:r>
            <a:endParaRPr lang="en-US" dirty="0"/>
          </a:p>
        </p:txBody>
      </p:sp>
      <p:sp>
        <p:nvSpPr>
          <p:cNvPr id="4" name="Slide Number Placeholder 3"/>
          <p:cNvSpPr>
            <a:spLocks noGrp="1"/>
          </p:cNvSpPr>
          <p:nvPr>
            <p:ph type="sldNum" sz="quarter" idx="5"/>
          </p:nvPr>
        </p:nvSpPr>
        <p:spPr/>
        <p:txBody>
          <a:bodyPr/>
          <a:lstStyle/>
          <a:p>
            <a:fld id="{4EC428E9-1A1D-B64D-A780-15D1D37C14BA}" type="slidenum">
              <a:rPr lang="en-US" smtClean="0"/>
              <a:t>9</a:t>
            </a:fld>
            <a:endParaRPr lang="en-US"/>
          </a:p>
        </p:txBody>
      </p:sp>
    </p:spTree>
    <p:extLst>
      <p:ext uri="{BB962C8B-B14F-4D97-AF65-F5344CB8AC3E}">
        <p14:creationId xmlns:p14="http://schemas.microsoft.com/office/powerpoint/2010/main" val="31837337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Tree>
    <p:extLst>
      <p:ext uri="{BB962C8B-B14F-4D97-AF65-F5344CB8AC3E}">
        <p14:creationId xmlns:p14="http://schemas.microsoft.com/office/powerpoint/2010/main" val="16887880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998A058-3CEB-9943-BC73-61C705FFF901}" type="datetimeFigureOut">
              <a:rPr lang="en-US" smtClean="0"/>
              <a:t>8/28/25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47FEF2-ABFC-BF4D-A6DE-9039C833AB4B}" type="slidenum">
              <a:rPr lang="en-US" smtClean="0"/>
              <a:t>‹#›</a:t>
            </a:fld>
            <a:endParaRPr lang="en-US"/>
          </a:p>
        </p:txBody>
      </p:sp>
    </p:spTree>
    <p:extLst>
      <p:ext uri="{BB962C8B-B14F-4D97-AF65-F5344CB8AC3E}">
        <p14:creationId xmlns:p14="http://schemas.microsoft.com/office/powerpoint/2010/main" val="894629959"/>
      </p:ext>
    </p:extLst>
  </p:cSld>
  <p:clrMapOvr>
    <a:masterClrMapping/>
  </p:clrMapOvr>
  <p:transition spd="slow">
    <p:push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98A058-3CEB-9943-BC73-61C705FFF901}" type="datetimeFigureOut">
              <a:rPr lang="en-US" smtClean="0"/>
              <a:t>8/28/25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47FEF2-ABFC-BF4D-A6DE-9039C833AB4B}" type="slidenum">
              <a:rPr lang="en-US" smtClean="0"/>
              <a:t>‹#›</a:t>
            </a:fld>
            <a:endParaRPr lang="en-US"/>
          </a:p>
        </p:txBody>
      </p:sp>
    </p:spTree>
    <p:extLst>
      <p:ext uri="{BB962C8B-B14F-4D97-AF65-F5344CB8AC3E}">
        <p14:creationId xmlns:p14="http://schemas.microsoft.com/office/powerpoint/2010/main" val="2468855361"/>
      </p:ext>
    </p:extLst>
  </p:cSld>
  <p:clrMapOvr>
    <a:masterClrMapping/>
  </p:clrMapOvr>
  <p:transition spd="slow">
    <p:push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998A058-3CEB-9943-BC73-61C705FFF901}" type="datetimeFigureOut">
              <a:rPr lang="en-US" smtClean="0"/>
              <a:t>8/28/25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47FEF2-ABFC-BF4D-A6DE-9039C833AB4B}" type="slidenum">
              <a:rPr lang="en-US" smtClean="0"/>
              <a:t>‹#›</a:t>
            </a:fld>
            <a:endParaRPr lang="en-US"/>
          </a:p>
        </p:txBody>
      </p:sp>
    </p:spTree>
    <p:extLst>
      <p:ext uri="{BB962C8B-B14F-4D97-AF65-F5344CB8AC3E}">
        <p14:creationId xmlns:p14="http://schemas.microsoft.com/office/powerpoint/2010/main" val="1051925418"/>
      </p:ext>
    </p:extLst>
  </p:cSld>
  <p:clrMapOvr>
    <a:masterClrMapping/>
  </p:clrMapOvr>
  <p:transition spd="slow">
    <p:push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998A058-3CEB-9943-BC73-61C705FFF901}" type="datetimeFigureOut">
              <a:rPr lang="en-US" smtClean="0"/>
              <a:t>8/28/25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47FEF2-ABFC-BF4D-A6DE-9039C833AB4B}" type="slidenum">
              <a:rPr lang="en-US" smtClean="0"/>
              <a:t>‹#›</a:t>
            </a:fld>
            <a:endParaRPr lang="en-US"/>
          </a:p>
        </p:txBody>
      </p:sp>
    </p:spTree>
    <p:extLst>
      <p:ext uri="{BB962C8B-B14F-4D97-AF65-F5344CB8AC3E}">
        <p14:creationId xmlns:p14="http://schemas.microsoft.com/office/powerpoint/2010/main" val="81501678"/>
      </p:ext>
    </p:extLst>
  </p:cSld>
  <p:clrMapOvr>
    <a:masterClrMapping/>
  </p:clrMapOvr>
  <p:transition spd="slow">
    <p:push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998A058-3CEB-9943-BC73-61C705FFF901}" type="datetimeFigureOut">
              <a:rPr lang="en-US" smtClean="0"/>
              <a:t>8/28/25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847FEF2-ABFC-BF4D-A6DE-9039C833AB4B}" type="slidenum">
              <a:rPr lang="en-US" smtClean="0"/>
              <a:t>‹#›</a:t>
            </a:fld>
            <a:endParaRPr lang="en-US"/>
          </a:p>
        </p:txBody>
      </p:sp>
    </p:spTree>
    <p:extLst>
      <p:ext uri="{BB962C8B-B14F-4D97-AF65-F5344CB8AC3E}">
        <p14:creationId xmlns:p14="http://schemas.microsoft.com/office/powerpoint/2010/main" val="4045136473"/>
      </p:ext>
    </p:extLst>
  </p:cSld>
  <p:clrMapOvr>
    <a:masterClrMapping/>
  </p:clrMapOvr>
  <p:transition spd="slow">
    <p:push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998A058-3CEB-9943-BC73-61C705FFF901}" type="datetimeFigureOut">
              <a:rPr lang="en-US" smtClean="0"/>
              <a:t>8/28/25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847FEF2-ABFC-BF4D-A6DE-9039C833AB4B}" type="slidenum">
              <a:rPr lang="en-US" smtClean="0"/>
              <a:t>‹#›</a:t>
            </a:fld>
            <a:endParaRPr lang="en-US"/>
          </a:p>
        </p:txBody>
      </p:sp>
    </p:spTree>
    <p:extLst>
      <p:ext uri="{BB962C8B-B14F-4D97-AF65-F5344CB8AC3E}">
        <p14:creationId xmlns:p14="http://schemas.microsoft.com/office/powerpoint/2010/main" val="2589081831"/>
      </p:ext>
    </p:extLst>
  </p:cSld>
  <p:clrMapOvr>
    <a:masterClrMapping/>
  </p:clrMapOvr>
  <p:transition spd="slow">
    <p:push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998A058-3CEB-9943-BC73-61C705FFF901}" type="datetimeFigureOut">
              <a:rPr lang="en-US" smtClean="0"/>
              <a:t>8/28/25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847FEF2-ABFC-BF4D-A6DE-9039C833AB4B}" type="slidenum">
              <a:rPr lang="en-US" smtClean="0"/>
              <a:t>‹#›</a:t>
            </a:fld>
            <a:endParaRPr lang="en-US"/>
          </a:p>
        </p:txBody>
      </p:sp>
    </p:spTree>
    <p:extLst>
      <p:ext uri="{BB962C8B-B14F-4D97-AF65-F5344CB8AC3E}">
        <p14:creationId xmlns:p14="http://schemas.microsoft.com/office/powerpoint/2010/main" val="2423565766"/>
      </p:ext>
    </p:extLst>
  </p:cSld>
  <p:clrMapOvr>
    <a:masterClrMapping/>
  </p:clrMapOvr>
  <p:transition spd="slow">
    <p:push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998A058-3CEB-9943-BC73-61C705FFF901}" type="datetimeFigureOut">
              <a:rPr lang="en-US" smtClean="0"/>
              <a:t>8/28/25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47FEF2-ABFC-BF4D-A6DE-9039C833AB4B}" type="slidenum">
              <a:rPr lang="en-US" smtClean="0"/>
              <a:t>‹#›</a:t>
            </a:fld>
            <a:endParaRPr lang="en-US"/>
          </a:p>
        </p:txBody>
      </p:sp>
    </p:spTree>
    <p:extLst>
      <p:ext uri="{BB962C8B-B14F-4D97-AF65-F5344CB8AC3E}">
        <p14:creationId xmlns:p14="http://schemas.microsoft.com/office/powerpoint/2010/main" val="2262424622"/>
      </p:ext>
    </p:extLst>
  </p:cSld>
  <p:clrMapOvr>
    <a:masterClrMapping/>
  </p:clrMapOvr>
  <p:transition spd="slow">
    <p:push di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998A058-3CEB-9943-BC73-61C705FFF901}" type="datetimeFigureOut">
              <a:rPr lang="en-US" smtClean="0"/>
              <a:t>8/28/25</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847FEF2-ABFC-BF4D-A6DE-9039C833AB4B}" type="slidenum">
              <a:rPr lang="en-US" smtClean="0"/>
              <a:t>‹#›</a:t>
            </a:fld>
            <a:endParaRPr lang="en-US"/>
          </a:p>
        </p:txBody>
      </p:sp>
    </p:spTree>
    <p:extLst>
      <p:ext uri="{BB962C8B-B14F-4D97-AF65-F5344CB8AC3E}">
        <p14:creationId xmlns:p14="http://schemas.microsoft.com/office/powerpoint/2010/main" val="731523420"/>
      </p:ext>
    </p:extLst>
  </p:cSld>
  <p:clrMapOvr>
    <a:masterClrMapping/>
  </p:clrMapOvr>
  <p:transition spd="slow">
    <p:push di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998A058-3CEB-9943-BC73-61C705FFF901}" type="datetimeFigureOut">
              <a:rPr lang="en-US" smtClean="0"/>
              <a:t>8/28/25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47FEF2-ABFC-BF4D-A6DE-9039C833AB4B}" type="slidenum">
              <a:rPr lang="en-US" smtClean="0"/>
              <a:t>‹#›</a:t>
            </a:fld>
            <a:endParaRPr lang="en-US"/>
          </a:p>
        </p:txBody>
      </p:sp>
    </p:spTree>
    <p:extLst>
      <p:ext uri="{BB962C8B-B14F-4D97-AF65-F5344CB8AC3E}">
        <p14:creationId xmlns:p14="http://schemas.microsoft.com/office/powerpoint/2010/main" val="3194338180"/>
      </p:ext>
    </p:extLst>
  </p:cSld>
  <p:clrMapOvr>
    <a:masterClrMapping/>
  </p:clrMapOvr>
  <p:transition spd="slow">
    <p:push di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998A058-3CEB-9943-BC73-61C705FFF901}" type="datetimeFigureOut">
              <a:rPr lang="en-US" smtClean="0"/>
              <a:t>8/28/25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47FEF2-ABFC-BF4D-A6DE-9039C833AB4B}"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807928154"/>
      </p:ext>
    </p:extLst>
  </p:cSld>
  <p:clrMapOvr>
    <a:masterClrMapping/>
  </p:clrMapOvr>
  <p:transition spd="slow">
    <p:push dir="u"/>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998A058-3CEB-9943-BC73-61C705FFF901}" type="datetimeFigureOut">
              <a:rPr lang="en-US" smtClean="0"/>
              <a:t>8/28/25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47FEF2-ABFC-BF4D-A6DE-9039C833AB4B}" type="slidenum">
              <a:rPr lang="en-US" smtClean="0"/>
              <a:t>‹#›</a:t>
            </a:fld>
            <a:endParaRPr lang="en-US"/>
          </a:p>
        </p:txBody>
      </p:sp>
    </p:spTree>
    <p:extLst>
      <p:ext uri="{BB962C8B-B14F-4D97-AF65-F5344CB8AC3E}">
        <p14:creationId xmlns:p14="http://schemas.microsoft.com/office/powerpoint/2010/main" val="3335649171"/>
      </p:ext>
    </p:extLst>
  </p:cSld>
  <p:clrMapOvr>
    <a:masterClrMapping/>
  </p:clrMapOvr>
  <p:transition spd="slow">
    <p:push dir="u"/>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998A058-3CEB-9943-BC73-61C705FFF901}" type="datetimeFigureOut">
              <a:rPr lang="en-US" smtClean="0"/>
              <a:t>8/28/25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47FEF2-ABFC-BF4D-A6DE-9039C833AB4B}"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704545974"/>
      </p:ext>
    </p:extLst>
  </p:cSld>
  <p:clrMapOvr>
    <a:masterClrMapping/>
  </p:clrMapOvr>
  <p:transition spd="slow">
    <p:push dir="u"/>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998A058-3CEB-9943-BC73-61C705FFF901}" type="datetimeFigureOut">
              <a:rPr lang="en-US" smtClean="0"/>
              <a:t>8/28/25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47FEF2-ABFC-BF4D-A6DE-9039C833AB4B}" type="slidenum">
              <a:rPr lang="en-US" smtClean="0"/>
              <a:t>‹#›</a:t>
            </a:fld>
            <a:endParaRPr lang="en-US"/>
          </a:p>
        </p:txBody>
      </p:sp>
    </p:spTree>
    <p:extLst>
      <p:ext uri="{BB962C8B-B14F-4D97-AF65-F5344CB8AC3E}">
        <p14:creationId xmlns:p14="http://schemas.microsoft.com/office/powerpoint/2010/main" val="740883845"/>
      </p:ext>
    </p:extLst>
  </p:cSld>
  <p:clrMapOvr>
    <a:masterClrMapping/>
  </p:clrMapOvr>
  <p:transition spd="slow">
    <p:push dir="u"/>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98A058-3CEB-9943-BC73-61C705FFF901}" type="datetimeFigureOut">
              <a:rPr lang="en-US" smtClean="0"/>
              <a:t>8/28/25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47FEF2-ABFC-BF4D-A6DE-9039C833AB4B}" type="slidenum">
              <a:rPr lang="en-US" smtClean="0"/>
              <a:t>‹#›</a:t>
            </a:fld>
            <a:endParaRPr lang="en-US"/>
          </a:p>
        </p:txBody>
      </p:sp>
    </p:spTree>
    <p:extLst>
      <p:ext uri="{BB962C8B-B14F-4D97-AF65-F5344CB8AC3E}">
        <p14:creationId xmlns:p14="http://schemas.microsoft.com/office/powerpoint/2010/main" val="3783373779"/>
      </p:ext>
    </p:extLst>
  </p:cSld>
  <p:clrMapOvr>
    <a:masterClrMapping/>
  </p:clrMapOvr>
  <p:transition spd="slow">
    <p:push dir="u"/>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98A058-3CEB-9943-BC73-61C705FFF901}" type="datetimeFigureOut">
              <a:rPr lang="en-US" smtClean="0"/>
              <a:t>8/28/25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47FEF2-ABFC-BF4D-A6DE-9039C833AB4B}" type="slidenum">
              <a:rPr lang="en-US" smtClean="0"/>
              <a:t>‹#›</a:t>
            </a:fld>
            <a:endParaRPr lang="en-US"/>
          </a:p>
        </p:txBody>
      </p:sp>
    </p:spTree>
    <p:extLst>
      <p:ext uri="{BB962C8B-B14F-4D97-AF65-F5344CB8AC3E}">
        <p14:creationId xmlns:p14="http://schemas.microsoft.com/office/powerpoint/2010/main" val="1236943411"/>
      </p:ext>
    </p:extLst>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998A058-3CEB-9943-BC73-61C705FFF901}" type="datetimeFigureOut">
              <a:rPr lang="en-US" smtClean="0"/>
              <a:t>8/28/25</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0847FEF2-ABFC-BF4D-A6DE-9039C833AB4B}" type="slidenum">
              <a:rPr lang="en-US" smtClean="0"/>
              <a:t>‹#›</a:t>
            </a:fld>
            <a:endParaRPr lang="en-US"/>
          </a:p>
        </p:txBody>
      </p:sp>
    </p:spTree>
    <p:extLst>
      <p:ext uri="{BB962C8B-B14F-4D97-AF65-F5344CB8AC3E}">
        <p14:creationId xmlns:p14="http://schemas.microsoft.com/office/powerpoint/2010/main" val="2863981227"/>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 id="2147483732" r:id="rId12"/>
    <p:sldLayoutId id="2147483733" r:id="rId13"/>
    <p:sldLayoutId id="2147483734" r:id="rId14"/>
    <p:sldLayoutId id="2147483735" r:id="rId15"/>
    <p:sldLayoutId id="2147483736" r:id="rId16"/>
  </p:sldLayoutIdLst>
  <p:transition spd="slow">
    <p:push dir="u"/>
  </p:transition>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jnapfx.github.io/Javier-6-months-projects/"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FB1BD76-E389-A5A0-5796-5E8AFEA58C46}"/>
              </a:ext>
            </a:extLst>
          </p:cNvPr>
          <p:cNvSpPr txBox="1"/>
          <p:nvPr/>
        </p:nvSpPr>
        <p:spPr>
          <a:xfrm>
            <a:off x="1552074" y="1120676"/>
            <a:ext cx="7502716" cy="2308324"/>
          </a:xfrm>
          <a:prstGeom prst="rect">
            <a:avLst/>
          </a:prstGeom>
          <a:noFill/>
        </p:spPr>
        <p:txBody>
          <a:bodyPr wrap="square" rtlCol="0">
            <a:spAutoFit/>
          </a:bodyPr>
          <a:lstStyle/>
          <a:p>
            <a:r>
              <a:rPr lang="en-US" sz="7200" b="1" dirty="0">
                <a:solidFill>
                  <a:schemeClr val="accent1"/>
                </a:solidFill>
                <a:latin typeface="Futura" panose="020B0602020204020303" pitchFamily="34" charset="-79"/>
                <a:cs typeface="Futura" panose="020B0602020204020303" pitchFamily="34" charset="-79"/>
              </a:rPr>
              <a:t>4th_semester_status_update</a:t>
            </a:r>
          </a:p>
        </p:txBody>
      </p:sp>
      <p:sp>
        <p:nvSpPr>
          <p:cNvPr id="5" name="TextBox 4">
            <a:extLst>
              <a:ext uri="{FF2B5EF4-FFF2-40B4-BE49-F238E27FC236}">
                <a16:creationId xmlns:a16="http://schemas.microsoft.com/office/drawing/2014/main" id="{A3DC9E1F-716D-D3DB-6189-41A1473E5F45}"/>
              </a:ext>
            </a:extLst>
          </p:cNvPr>
          <p:cNvSpPr txBox="1"/>
          <p:nvPr/>
        </p:nvSpPr>
        <p:spPr>
          <a:xfrm>
            <a:off x="1552074" y="5352603"/>
            <a:ext cx="6677526" cy="769441"/>
          </a:xfrm>
          <a:prstGeom prst="rect">
            <a:avLst/>
          </a:prstGeom>
          <a:noFill/>
        </p:spPr>
        <p:txBody>
          <a:bodyPr wrap="square" rtlCol="0">
            <a:spAutoFit/>
          </a:bodyPr>
          <a:lstStyle/>
          <a:p>
            <a:r>
              <a:rPr lang="en-US" sz="4400" b="1" dirty="0">
                <a:solidFill>
                  <a:schemeClr val="accent2">
                    <a:lumMod val="75000"/>
                  </a:schemeClr>
                </a:solidFill>
                <a:latin typeface="Aptos" panose="020B0004020202020204" pitchFamily="34" charset="0"/>
              </a:rPr>
              <a:t>Javier_Napoles</a:t>
            </a:r>
          </a:p>
        </p:txBody>
      </p:sp>
    </p:spTree>
    <p:extLst>
      <p:ext uri="{BB962C8B-B14F-4D97-AF65-F5344CB8AC3E}">
        <p14:creationId xmlns:p14="http://schemas.microsoft.com/office/powerpoint/2010/main" val="3584257957"/>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BE1200A-4E23-AABD-2192-F29E3204CCEE}"/>
              </a:ext>
            </a:extLst>
          </p:cNvPr>
          <p:cNvPicPr>
            <a:picLocks noChangeAspect="1"/>
          </p:cNvPicPr>
          <p:nvPr/>
        </p:nvPicPr>
        <p:blipFill>
          <a:blip r:embed="rId3"/>
          <a:stretch>
            <a:fillRect/>
          </a:stretch>
        </p:blipFill>
        <p:spPr>
          <a:xfrm>
            <a:off x="644853" y="1818466"/>
            <a:ext cx="10598987" cy="3221067"/>
          </a:xfrm>
          <a:prstGeom prst="rect">
            <a:avLst/>
          </a:prstGeom>
        </p:spPr>
      </p:pic>
      <p:sp>
        <p:nvSpPr>
          <p:cNvPr id="7" name="TextBox 6">
            <a:extLst>
              <a:ext uri="{FF2B5EF4-FFF2-40B4-BE49-F238E27FC236}">
                <a16:creationId xmlns:a16="http://schemas.microsoft.com/office/drawing/2014/main" id="{AAEC9CDD-9A59-ED06-A920-5D99B2001F31}"/>
              </a:ext>
            </a:extLst>
          </p:cNvPr>
          <p:cNvSpPr txBox="1"/>
          <p:nvPr/>
        </p:nvSpPr>
        <p:spPr>
          <a:xfrm>
            <a:off x="838396" y="563115"/>
            <a:ext cx="7502716" cy="523220"/>
          </a:xfrm>
          <a:prstGeom prst="rect">
            <a:avLst/>
          </a:prstGeom>
          <a:noFill/>
        </p:spPr>
        <p:txBody>
          <a:bodyPr wrap="square" rtlCol="0">
            <a:spAutoFit/>
          </a:bodyPr>
          <a:lstStyle/>
          <a:p>
            <a:r>
              <a:rPr lang="en-US" sz="2800" b="1" dirty="0">
                <a:solidFill>
                  <a:schemeClr val="accent1"/>
                </a:solidFill>
                <a:latin typeface="Futura" panose="020B0602020204020303" pitchFamily="34" charset="-79"/>
                <a:cs typeface="Futura" panose="020B0602020204020303" pitchFamily="34" charset="-79"/>
              </a:rPr>
              <a:t>Project diagram</a:t>
            </a:r>
          </a:p>
        </p:txBody>
      </p:sp>
    </p:spTree>
    <p:extLst>
      <p:ext uri="{BB962C8B-B14F-4D97-AF65-F5344CB8AC3E}">
        <p14:creationId xmlns:p14="http://schemas.microsoft.com/office/powerpoint/2010/main" val="4921358"/>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B31143F-99A2-9A36-D9FB-4CD4A37D0A93}"/>
              </a:ext>
            </a:extLst>
          </p:cNvPr>
          <p:cNvPicPr>
            <a:picLocks noChangeAspect="1"/>
          </p:cNvPicPr>
          <p:nvPr/>
        </p:nvPicPr>
        <p:blipFill>
          <a:blip r:embed="rId3"/>
          <a:stretch>
            <a:fillRect/>
          </a:stretch>
        </p:blipFill>
        <p:spPr>
          <a:xfrm>
            <a:off x="779893" y="358816"/>
            <a:ext cx="10505055" cy="6215604"/>
          </a:xfrm>
          <a:prstGeom prst="rect">
            <a:avLst/>
          </a:prstGeom>
        </p:spPr>
      </p:pic>
    </p:spTree>
    <p:extLst>
      <p:ext uri="{BB962C8B-B14F-4D97-AF65-F5344CB8AC3E}">
        <p14:creationId xmlns:p14="http://schemas.microsoft.com/office/powerpoint/2010/main" val="1958482772"/>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computer&#10;&#10;AI-generated content may be incorrect.">
            <a:extLst>
              <a:ext uri="{FF2B5EF4-FFF2-40B4-BE49-F238E27FC236}">
                <a16:creationId xmlns:a16="http://schemas.microsoft.com/office/drawing/2014/main" id="{8B8D313E-1585-2952-8281-A90ED877644F}"/>
              </a:ext>
            </a:extLst>
          </p:cNvPr>
          <p:cNvPicPr>
            <a:picLocks noChangeAspect="1"/>
          </p:cNvPicPr>
          <p:nvPr/>
        </p:nvPicPr>
        <p:blipFill>
          <a:blip r:embed="rId3"/>
          <a:stretch>
            <a:fillRect/>
          </a:stretch>
        </p:blipFill>
        <p:spPr>
          <a:xfrm>
            <a:off x="799926" y="152370"/>
            <a:ext cx="10592148" cy="6553259"/>
          </a:xfrm>
          <a:prstGeom prst="rect">
            <a:avLst/>
          </a:prstGeom>
        </p:spPr>
      </p:pic>
    </p:spTree>
    <p:extLst>
      <p:ext uri="{BB962C8B-B14F-4D97-AF65-F5344CB8AC3E}">
        <p14:creationId xmlns:p14="http://schemas.microsoft.com/office/powerpoint/2010/main" val="959573539"/>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0647E1D-1D94-9F45-25A6-3C2F9DCBE6DA}"/>
              </a:ext>
            </a:extLst>
          </p:cNvPr>
          <p:cNvPicPr>
            <a:picLocks noChangeAspect="1"/>
          </p:cNvPicPr>
          <p:nvPr/>
        </p:nvPicPr>
        <p:blipFill>
          <a:blip r:embed="rId3"/>
          <a:stretch>
            <a:fillRect/>
          </a:stretch>
        </p:blipFill>
        <p:spPr>
          <a:xfrm>
            <a:off x="1088019" y="185195"/>
            <a:ext cx="9995839" cy="6500695"/>
          </a:xfrm>
          <a:prstGeom prst="rect">
            <a:avLst/>
          </a:prstGeom>
        </p:spPr>
      </p:pic>
    </p:spTree>
    <p:extLst>
      <p:ext uri="{BB962C8B-B14F-4D97-AF65-F5344CB8AC3E}">
        <p14:creationId xmlns:p14="http://schemas.microsoft.com/office/powerpoint/2010/main" val="2415298822"/>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computer&#10;&#10;AI-generated content may be incorrect.">
            <a:extLst>
              <a:ext uri="{FF2B5EF4-FFF2-40B4-BE49-F238E27FC236}">
                <a16:creationId xmlns:a16="http://schemas.microsoft.com/office/drawing/2014/main" id="{20F7DCEC-7902-3E5B-D9BA-56D8E95A9C1C}"/>
              </a:ext>
            </a:extLst>
          </p:cNvPr>
          <p:cNvPicPr>
            <a:picLocks noChangeAspect="1"/>
          </p:cNvPicPr>
          <p:nvPr/>
        </p:nvPicPr>
        <p:blipFill>
          <a:blip r:embed="rId3"/>
          <a:stretch>
            <a:fillRect/>
          </a:stretch>
        </p:blipFill>
        <p:spPr>
          <a:xfrm>
            <a:off x="2692400" y="1168400"/>
            <a:ext cx="6807200" cy="4521200"/>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id="{63089CED-A060-9215-D880-20BC429D9416}"/>
              </a:ext>
            </a:extLst>
          </p:cNvPr>
          <p:cNvPicPr>
            <a:picLocks noChangeAspect="1"/>
          </p:cNvPicPr>
          <p:nvPr/>
        </p:nvPicPr>
        <p:blipFill>
          <a:blip r:embed="rId3"/>
          <a:stretch>
            <a:fillRect/>
          </a:stretch>
        </p:blipFill>
        <p:spPr>
          <a:xfrm>
            <a:off x="1050818" y="156191"/>
            <a:ext cx="10090364" cy="6701809"/>
          </a:xfrm>
          <a:prstGeom prst="rect">
            <a:avLst/>
          </a:prstGeom>
        </p:spPr>
      </p:pic>
    </p:spTree>
    <p:extLst>
      <p:ext uri="{BB962C8B-B14F-4D97-AF65-F5344CB8AC3E}">
        <p14:creationId xmlns:p14="http://schemas.microsoft.com/office/powerpoint/2010/main" val="676100664"/>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computer&#10;&#10;AI-generated content may be incorrect.">
            <a:extLst>
              <a:ext uri="{FF2B5EF4-FFF2-40B4-BE49-F238E27FC236}">
                <a16:creationId xmlns:a16="http://schemas.microsoft.com/office/drawing/2014/main" id="{C2ABCC32-707D-0F18-DA34-759FD47524D6}"/>
              </a:ext>
            </a:extLst>
          </p:cNvPr>
          <p:cNvPicPr>
            <a:picLocks noChangeAspect="1"/>
          </p:cNvPicPr>
          <p:nvPr/>
        </p:nvPicPr>
        <p:blipFill>
          <a:blip r:embed="rId3"/>
          <a:stretch>
            <a:fillRect/>
          </a:stretch>
        </p:blipFill>
        <p:spPr>
          <a:xfrm>
            <a:off x="1117600" y="-41450"/>
            <a:ext cx="9931400" cy="6923193"/>
          </a:xfrm>
          <a:prstGeom prst="rect">
            <a:avLst/>
          </a:prstGeom>
        </p:spPr>
      </p:pic>
    </p:spTree>
    <p:extLst>
      <p:ext uri="{BB962C8B-B14F-4D97-AF65-F5344CB8AC3E}">
        <p14:creationId xmlns:p14="http://schemas.microsoft.com/office/powerpoint/2010/main" val="595718986"/>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6BC47B6-6295-7025-6FD4-9D0805DCAA98}"/>
              </a:ext>
            </a:extLst>
          </p:cNvPr>
          <p:cNvPicPr>
            <a:picLocks noChangeAspect="1"/>
          </p:cNvPicPr>
          <p:nvPr/>
        </p:nvPicPr>
        <p:blipFill>
          <a:blip r:embed="rId3"/>
          <a:stretch>
            <a:fillRect/>
          </a:stretch>
        </p:blipFill>
        <p:spPr>
          <a:xfrm>
            <a:off x="629619" y="154757"/>
            <a:ext cx="10932762" cy="6548486"/>
          </a:xfrm>
          <a:prstGeom prst="rect">
            <a:avLst/>
          </a:prstGeom>
        </p:spPr>
      </p:pic>
    </p:spTree>
    <p:extLst>
      <p:ext uri="{BB962C8B-B14F-4D97-AF65-F5344CB8AC3E}">
        <p14:creationId xmlns:p14="http://schemas.microsoft.com/office/powerpoint/2010/main" val="160983259"/>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42D1A11-5869-8ED6-3F7D-2001EE9F46F0}"/>
              </a:ext>
            </a:extLst>
          </p:cNvPr>
          <p:cNvPicPr>
            <a:picLocks noChangeAspect="1"/>
          </p:cNvPicPr>
          <p:nvPr/>
        </p:nvPicPr>
        <p:blipFill>
          <a:blip r:embed="rId3"/>
          <a:stretch>
            <a:fillRect/>
          </a:stretch>
        </p:blipFill>
        <p:spPr>
          <a:xfrm>
            <a:off x="939800" y="521333"/>
            <a:ext cx="10312400" cy="5815333"/>
          </a:xfrm>
          <a:prstGeom prst="rect">
            <a:avLst/>
          </a:prstGeom>
        </p:spPr>
      </p:pic>
    </p:spTree>
    <p:extLst>
      <p:ext uri="{BB962C8B-B14F-4D97-AF65-F5344CB8AC3E}">
        <p14:creationId xmlns:p14="http://schemas.microsoft.com/office/powerpoint/2010/main" val="861638595"/>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0">
            <a:extLst>
              <a:ext uri="{FF2B5EF4-FFF2-40B4-BE49-F238E27FC236}">
                <a16:creationId xmlns:a16="http://schemas.microsoft.com/office/drawing/2014/main" id="{E245E676-E88B-1369-95D7-9BC60991AC3F}"/>
              </a:ext>
            </a:extLst>
          </p:cNvPr>
          <p:cNvSpPr/>
          <p:nvPr/>
        </p:nvSpPr>
        <p:spPr>
          <a:xfrm>
            <a:off x="5050284" y="1514150"/>
            <a:ext cx="2835235" cy="354330"/>
          </a:xfrm>
          <a:prstGeom prst="rect">
            <a:avLst/>
          </a:prstGeom>
          <a:noFill/>
          <a:ln/>
        </p:spPr>
        <p:txBody>
          <a:bodyPr wrap="none" lIns="0" tIns="0" rIns="0" bIns="0" rtlCol="0" anchor="t"/>
          <a:lstStyle/>
          <a:p>
            <a:pPr>
              <a:lnSpc>
                <a:spcPts val="2750"/>
              </a:lnSpc>
            </a:pPr>
            <a:r>
              <a:rPr lang="en-US" sz="3200" b="1" dirty="0">
                <a:solidFill>
                  <a:srgbClr val="000000"/>
                </a:solidFill>
                <a:latin typeface="Inter Bold" pitchFamily="34" charset="0"/>
                <a:ea typeface="Inter Bold" pitchFamily="34" charset="-122"/>
                <a:cs typeface="Inter Bold" pitchFamily="34" charset="-120"/>
              </a:rPr>
              <a:t>Thank You</a:t>
            </a:r>
            <a:endParaRPr lang="en-US" sz="3200" dirty="0"/>
          </a:p>
        </p:txBody>
      </p:sp>
      <p:sp>
        <p:nvSpPr>
          <p:cNvPr id="9" name="Text 13">
            <a:extLst>
              <a:ext uri="{FF2B5EF4-FFF2-40B4-BE49-F238E27FC236}">
                <a16:creationId xmlns:a16="http://schemas.microsoft.com/office/drawing/2014/main" id="{671357AE-8348-18FD-04B9-6C5C2101652E}"/>
              </a:ext>
            </a:extLst>
          </p:cNvPr>
          <p:cNvSpPr/>
          <p:nvPr/>
        </p:nvSpPr>
        <p:spPr>
          <a:xfrm>
            <a:off x="3411677" y="5162400"/>
            <a:ext cx="5368647" cy="181451"/>
          </a:xfrm>
          <a:prstGeom prst="rect">
            <a:avLst/>
          </a:prstGeom>
          <a:noFill/>
          <a:ln/>
        </p:spPr>
        <p:txBody>
          <a:bodyPr wrap="none" lIns="0" tIns="0" rIns="0" bIns="0" rtlCol="0" anchor="t"/>
          <a:lstStyle/>
          <a:p>
            <a:pPr algn="ctr">
              <a:lnSpc>
                <a:spcPts val="1400"/>
              </a:lnSpc>
            </a:pPr>
            <a:r>
              <a:rPr lang="en-US" sz="2400" dirty="0">
                <a:solidFill>
                  <a:srgbClr val="272525"/>
                </a:solidFill>
                <a:latin typeface="Inter" pitchFamily="34" charset="0"/>
                <a:ea typeface="Inter" pitchFamily="34" charset="-122"/>
                <a:cs typeface="Inter" pitchFamily="34" charset="-120"/>
              </a:rPr>
              <a:t>Javier Napoles | jnapfx@gmail.com</a:t>
            </a:r>
            <a:endParaRPr lang="en-US" sz="2400" dirty="0"/>
          </a:p>
        </p:txBody>
      </p:sp>
      <p:pic>
        <p:nvPicPr>
          <p:cNvPr id="10" name="Image 13" descr="preencoded.png">
            <a:hlinkClick r:id="rId3"/>
            <a:extLst>
              <a:ext uri="{FF2B5EF4-FFF2-40B4-BE49-F238E27FC236}">
                <a16:creationId xmlns:a16="http://schemas.microsoft.com/office/drawing/2014/main" id="{83E1D66F-9F24-1AB4-81F8-61E48E59B49C}"/>
              </a:ext>
            </a:extLst>
          </p:cNvPr>
          <p:cNvPicPr>
            <a:picLocks noChangeAspect="1"/>
          </p:cNvPicPr>
          <p:nvPr/>
        </p:nvPicPr>
        <p:blipFill>
          <a:blip r:embed="rId4"/>
          <a:stretch>
            <a:fillRect/>
          </a:stretch>
        </p:blipFill>
        <p:spPr>
          <a:xfrm>
            <a:off x="4837948" y="2251203"/>
            <a:ext cx="2210371" cy="2812503"/>
          </a:xfrm>
          <a:prstGeom prst="rect">
            <a:avLst/>
          </a:prstGeom>
        </p:spPr>
      </p:pic>
    </p:spTree>
    <p:extLst>
      <p:ext uri="{BB962C8B-B14F-4D97-AF65-F5344CB8AC3E}">
        <p14:creationId xmlns:p14="http://schemas.microsoft.com/office/powerpoint/2010/main" val="2733608536"/>
      </p:ext>
    </p:extLst>
  </p:cSld>
  <p:clrMapOvr>
    <a:masterClrMapping/>
  </p:clrMapOvr>
  <p:transition spd="slow">
    <p:push dir="u"/>
  </p:transition>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4624</TotalTime>
  <Words>621</Words>
  <Application>Microsoft Macintosh PowerPoint</Application>
  <PresentationFormat>Widescreen</PresentationFormat>
  <Paragraphs>44</Paragraphs>
  <Slides>10</Slides>
  <Notes>10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Aptos</vt:lpstr>
      <vt:lpstr>Arial</vt:lpstr>
      <vt:lpstr>Futura</vt:lpstr>
      <vt:lpstr>Inter</vt:lpstr>
      <vt:lpstr>Inter Bold</vt:lpstr>
      <vt:lpstr>Trebuchet MS</vt:lpstr>
      <vt:lpstr>Wingdings 3</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Javier Napoles</dc:creator>
  <cp:lastModifiedBy>Javier Napoles</cp:lastModifiedBy>
  <cp:revision>4</cp:revision>
  <dcterms:created xsi:type="dcterms:W3CDTF">2025-08-28T16:59:15Z</dcterms:created>
  <dcterms:modified xsi:type="dcterms:W3CDTF">2025-08-31T22:03:45Z</dcterms:modified>
</cp:coreProperties>
</file>