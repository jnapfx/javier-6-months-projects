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24.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slideMaster14.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54"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5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9" name="PlaceHolder 1"/>
          <p:cNvSpPr>
            <a:spLocks noGrp="1"/>
          </p:cNvSpPr>
          <p:nvPr>
            <p:ph type="title"/>
          </p:nvPr>
        </p:nvSpPr>
        <p:spPr>
          <a:xfrm>
            <a:off x="713160" y="539640"/>
            <a:ext cx="4447800" cy="9540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1" name="PlaceHolder 1"/>
          <p:cNvSpPr>
            <a:spLocks noGrp="1"/>
          </p:cNvSpPr>
          <p:nvPr>
            <p:ph type="title"/>
          </p:nvPr>
        </p:nvSpPr>
        <p:spPr>
          <a:xfrm>
            <a:off x="713160" y="1066680"/>
            <a:ext cx="5407560" cy="166212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Google Shape;48;p1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 name="PlaceHolder 1"/>
          <p:cNvSpPr>
            <a:spLocks noGrp="1"/>
          </p:cNvSpPr>
          <p:nvPr>
            <p:ph type="title"/>
          </p:nvPr>
        </p:nvSpPr>
        <p:spPr>
          <a:xfrm>
            <a:off x="1284120" y="1288080"/>
            <a:ext cx="6575760" cy="152640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lt1"/>
                </a:solidFill>
                <a:latin typeface="Inter Medium"/>
                <a:ea typeface="Inter Medium"/>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 name="Google Shape;53;p1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9" name="PlaceHolder 2"/>
          <p:cNvSpPr>
            <a:spLocks noGrp="1"/>
          </p:cNvSpPr>
          <p:nvPr>
            <p:ph type="title"/>
          </p:nvPr>
        </p:nvSpPr>
        <p:spPr>
          <a:xfrm>
            <a:off x="713160" y="140076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0" name="PlaceHolder 3"/>
          <p:cNvSpPr>
            <a:spLocks noGrp="1"/>
          </p:cNvSpPr>
          <p:nvPr>
            <p:ph type="title"/>
          </p:nvPr>
        </p:nvSpPr>
        <p:spPr>
          <a:xfrm>
            <a:off x="4223160" y="140076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1" name="PlaceHolder 4"/>
          <p:cNvSpPr>
            <a:spLocks noGrp="1"/>
          </p:cNvSpPr>
          <p:nvPr>
            <p:ph type="title"/>
          </p:nvPr>
        </p:nvSpPr>
        <p:spPr>
          <a:xfrm>
            <a:off x="713160" y="247248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2" name="PlaceHolder 5"/>
          <p:cNvSpPr>
            <a:spLocks noGrp="1"/>
          </p:cNvSpPr>
          <p:nvPr>
            <p:ph type="title"/>
          </p:nvPr>
        </p:nvSpPr>
        <p:spPr>
          <a:xfrm>
            <a:off x="4223160" y="247248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3" name="PlaceHolder 6"/>
          <p:cNvSpPr>
            <a:spLocks noGrp="1"/>
          </p:cNvSpPr>
          <p:nvPr>
            <p:ph type="title"/>
          </p:nvPr>
        </p:nvSpPr>
        <p:spPr>
          <a:xfrm>
            <a:off x="713160" y="3543840"/>
            <a:ext cx="5774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14" name="PlaceHolder 7"/>
          <p:cNvSpPr>
            <a:spLocks noGrp="1"/>
          </p:cNvSpPr>
          <p:nvPr>
            <p:ph type="title"/>
          </p:nvPr>
        </p:nvSpPr>
        <p:spPr>
          <a:xfrm>
            <a:off x="4223160" y="3543840"/>
            <a:ext cx="575640" cy="676800"/>
          </a:xfrm>
          <a:prstGeom prst="rect">
            <a:avLst/>
          </a:prstGeom>
          <a:noFill/>
          <a:ln w="0">
            <a:noFill/>
          </a:ln>
        </p:spPr>
        <p:txBody>
          <a:bodyPr lIns="91440" rIns="91440" tIns="91440" bIns="91440" anchor="t">
            <a:noAutofit/>
          </a:bodyPr>
          <a:p>
            <a:pPr indent="0" algn="ctr">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5" name="Google Shape;68;p1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6"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17"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 name="Google Shape;73;p1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19" name="PlaceHolder 1"/>
          <p:cNvSpPr>
            <a:spLocks noGrp="1"/>
          </p:cNvSpPr>
          <p:nvPr>
            <p:ph type="title"/>
          </p:nvPr>
        </p:nvSpPr>
        <p:spPr>
          <a:xfrm>
            <a:off x="713160" y="794520"/>
            <a:ext cx="7717320" cy="698040"/>
          </a:xfrm>
          <a:prstGeom prst="rect">
            <a:avLst/>
          </a:prstGeom>
          <a:noFill/>
          <a:ln w="0">
            <a:noFill/>
          </a:ln>
        </p:spPr>
        <p:txBody>
          <a:bodyPr lIns="91440" rIns="91440" tIns="91440" bIns="91440" anchor="t">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20" name="PlaceHolder 2"/>
          <p:cNvSpPr>
            <a:spLocks noGrp="1"/>
          </p:cNvSpPr>
          <p:nvPr>
            <p:ph type="body"/>
          </p:nvPr>
        </p:nvSpPr>
        <p:spPr>
          <a:xfrm>
            <a:off x="3488760" y="2398680"/>
            <a:ext cx="4941720" cy="19501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 name="Google Shape;77;p1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3" name="Google Shape;80;p1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Google Shape;83;p18"/>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2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27" name="PlaceHolder 2"/>
          <p:cNvSpPr>
            <a:spLocks noGrp="1"/>
          </p:cNvSpPr>
          <p:nvPr>
            <p:ph type="title"/>
          </p:nvPr>
        </p:nvSpPr>
        <p:spPr>
          <a:xfrm>
            <a:off x="33195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8" name="PlaceHolder 3"/>
          <p:cNvSpPr>
            <a:spLocks noGrp="1"/>
          </p:cNvSpPr>
          <p:nvPr>
            <p:ph type="title"/>
          </p:nvPr>
        </p:nvSpPr>
        <p:spPr>
          <a:xfrm>
            <a:off x="71316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
        <p:nvSpPr>
          <p:cNvPr id="29" name="PlaceHolder 4"/>
          <p:cNvSpPr>
            <a:spLocks noGrp="1"/>
          </p:cNvSpPr>
          <p:nvPr>
            <p:ph type="title"/>
          </p:nvPr>
        </p:nvSpPr>
        <p:spPr>
          <a:xfrm>
            <a:off x="5925600" y="1555920"/>
            <a:ext cx="734400" cy="430920"/>
          </a:xfrm>
          <a:prstGeom prst="rect">
            <a:avLst/>
          </a:prstGeom>
          <a:noFill/>
          <a:ln w="0">
            <a:noFill/>
          </a:ln>
        </p:spPr>
        <p:txBody>
          <a:bodyPr lIns="91440" rIns="91440" tIns="91440" bIns="91440" anchor="ctr">
            <a:noAutofit/>
          </a:bodyPr>
          <a:p>
            <a:pPr indent="0">
              <a:lnSpc>
                <a:spcPct val="100000"/>
              </a:lnSpc>
              <a:buNone/>
            </a:pPr>
            <a:r>
              <a:rPr b="0" lang="fr-FR" sz="1600" spc="-1" strike="noStrike">
                <a:solidFill>
                  <a:schemeClr val="dk1"/>
                </a:solidFill>
                <a:latin typeface="Inter Medium"/>
                <a:ea typeface="Inter Medium"/>
              </a:rPr>
              <a:t>xx%</a:t>
            </a:r>
            <a:endParaRPr b="0" lang="fr-FR" sz="1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 name="Google Shape;95;p19"/>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3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Google Shape;106;p20"/>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3" name="PlaceHolder 1"/>
          <p:cNvSpPr>
            <a:spLocks noGrp="1"/>
          </p:cNvSpPr>
          <p:nvPr>
            <p:ph type="title"/>
          </p:nvPr>
        </p:nvSpPr>
        <p:spPr>
          <a:xfrm>
            <a:off x="713160" y="196128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
        <p:nvSpPr>
          <p:cNvPr id="34" name="PlaceHolder 2"/>
          <p:cNvSpPr>
            <a:spLocks noGrp="1"/>
          </p:cNvSpPr>
          <p:nvPr>
            <p:ph type="title"/>
          </p:nvPr>
        </p:nvSpPr>
        <p:spPr>
          <a:xfrm>
            <a:off x="713160" y="615600"/>
            <a:ext cx="5240880" cy="954000"/>
          </a:xfrm>
          <a:prstGeom prst="rect">
            <a:avLst/>
          </a:prstGeom>
          <a:noFill/>
          <a:ln w="0">
            <a:noFill/>
          </a:ln>
        </p:spPr>
        <p:txBody>
          <a:bodyPr lIns="91440" rIns="91440" tIns="91440" bIns="91440" anchor="b">
            <a:noAutofit/>
          </a:bodyPr>
          <a:p>
            <a:pPr indent="0">
              <a:lnSpc>
                <a:spcPct val="100000"/>
              </a:lnSpc>
              <a:buNone/>
            </a:pPr>
            <a:r>
              <a:rPr b="0" lang="fr-FR" sz="5000" spc="-1" strike="noStrike">
                <a:solidFill>
                  <a:schemeClr val="lt1"/>
                </a:solidFill>
                <a:latin typeface="Inter Medium"/>
                <a:ea typeface="Inter Medium"/>
              </a:rPr>
              <a:t>xx%</a:t>
            </a:r>
            <a:endParaRPr b="0" lang="fr-FR" sz="5000" spc="-1" strike="noStrike">
              <a:solidFill>
                <a:schemeClr val="dk1"/>
              </a:solidFill>
              <a:latin typeface="Arial"/>
            </a:endParaRPr>
          </a:p>
        </p:txBody>
      </p:sp>
      <p:sp>
        <p:nvSpPr>
          <p:cNvPr id="35" name="PlaceHolder 3"/>
          <p:cNvSpPr>
            <a:spLocks noGrp="1"/>
          </p:cNvSpPr>
          <p:nvPr>
            <p:ph type="title"/>
          </p:nvPr>
        </p:nvSpPr>
        <p:spPr>
          <a:xfrm>
            <a:off x="713160" y="3121920"/>
            <a:ext cx="3492360" cy="79992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lt1"/>
                </a:solidFill>
                <a:latin typeface="Inter Medium"/>
                <a:ea typeface="Inter Medium"/>
              </a:rPr>
              <a:t>xx%</a:t>
            </a:r>
            <a:endParaRPr b="0" lang="fr-FR" sz="4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Google Shape;13;p3"/>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37" name="PlaceHolder 1"/>
          <p:cNvSpPr>
            <a:spLocks noGrp="1"/>
          </p:cNvSpPr>
          <p:nvPr>
            <p:ph type="title"/>
          </p:nvPr>
        </p:nvSpPr>
        <p:spPr>
          <a:xfrm>
            <a:off x="722520" y="1861200"/>
            <a:ext cx="4131720" cy="1569600"/>
          </a:xfrm>
          <a:prstGeom prst="rect">
            <a:avLst/>
          </a:prstGeom>
          <a:noFill/>
          <a:ln w="0">
            <a:noFill/>
          </a:ln>
        </p:spPr>
        <p:txBody>
          <a:bodyPr lIns="91440" rIns="91440" tIns="91440" bIns="91440" anchor="t">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38" name="PlaceHolder 2"/>
          <p:cNvSpPr>
            <a:spLocks noGrp="1"/>
          </p:cNvSpPr>
          <p:nvPr>
            <p:ph type="title"/>
          </p:nvPr>
        </p:nvSpPr>
        <p:spPr>
          <a:xfrm>
            <a:off x="722520" y="984240"/>
            <a:ext cx="1235520" cy="876960"/>
          </a:xfrm>
          <a:prstGeom prst="rect">
            <a:avLst/>
          </a:prstGeom>
          <a:noFill/>
          <a:ln w="0">
            <a:noFill/>
          </a:ln>
        </p:spPr>
        <p:txBody>
          <a:bodyPr lIns="91440" rIns="91440" tIns="91440" bIns="91440" anchor="b">
            <a:noAutofit/>
          </a:bodyPr>
          <a:p>
            <a:pPr indent="0">
              <a:lnSpc>
                <a:spcPct val="100000"/>
              </a:lnSpc>
              <a:buNone/>
            </a:pPr>
            <a:r>
              <a:rPr b="0" lang="fr-FR" sz="4500" spc="-1" strike="noStrike">
                <a:solidFill>
                  <a:schemeClr val="lt1"/>
                </a:solidFill>
                <a:latin typeface="Inter Medium"/>
                <a:ea typeface="Inter Medium"/>
              </a:rPr>
              <a:t>xx%</a:t>
            </a:r>
            <a:endParaRPr b="0" lang="fr-FR" sz="4500" spc="-1" strike="noStrike">
              <a:solidFill>
                <a:schemeClr val="dk1"/>
              </a:solidFill>
              <a:latin typeface="Arial"/>
            </a:endParaRPr>
          </a:p>
        </p:txBody>
      </p:sp>
      <p:sp>
        <p:nvSpPr>
          <p:cNvPr id="3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Google Shape;114;p21"/>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41" name="PlaceHolder 1"/>
          <p:cNvSpPr>
            <a:spLocks noGrp="1"/>
          </p:cNvSpPr>
          <p:nvPr>
            <p:ph type="title"/>
          </p:nvPr>
        </p:nvSpPr>
        <p:spPr>
          <a:xfrm>
            <a:off x="713160" y="539640"/>
            <a:ext cx="4447800" cy="95400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2" name="Google Shape;117;p21"/>
          <p:cNvSpPr/>
          <p:nvPr/>
        </p:nvSpPr>
        <p:spPr>
          <a:xfrm>
            <a:off x="713160" y="3164400"/>
            <a:ext cx="3098520" cy="64620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pc="-1" strike="noStrike">
                <a:solidFill>
                  <a:schemeClr val="lt1"/>
                </a:solidFill>
                <a:latin typeface="Roboto"/>
                <a:ea typeface="Roboto"/>
              </a:rPr>
              <a:t>CREDITS:</a:t>
            </a:r>
            <a:r>
              <a:rPr b="0" lang="en" sz="1000" spc="-1" strike="noStrike">
                <a:solidFill>
                  <a:schemeClr val="lt1"/>
                </a:solidFill>
                <a:latin typeface="Roboto"/>
                <a:ea typeface="Roboto"/>
              </a:rPr>
              <a:t> This presentation template was created by </a:t>
            </a:r>
            <a:r>
              <a:rPr b="1" lang="en" sz="1000" spc="-1" strike="noStrike" u="sng">
                <a:solidFill>
                  <a:schemeClr val="lt1"/>
                </a:solidFill>
                <a:uFillTx/>
                <a:latin typeface="Roboto"/>
                <a:ea typeface="Roboto"/>
                <a:hlinkClick r:id="rId2"/>
              </a:rPr>
              <a:t>Slidesgo</a:t>
            </a:r>
            <a:r>
              <a:rPr b="0" lang="en" sz="1000" spc="-1" strike="noStrike">
                <a:solidFill>
                  <a:schemeClr val="lt1"/>
                </a:solidFill>
                <a:latin typeface="Roboto"/>
                <a:ea typeface="Roboto"/>
              </a:rPr>
              <a:t>, and includes icons, infographics &amp; images by </a:t>
            </a:r>
            <a:r>
              <a:rPr b="1" lang="en" sz="1000" spc="-1" strike="noStrike" u="sng">
                <a:solidFill>
                  <a:schemeClr val="lt1"/>
                </a:solidFill>
                <a:uFillTx/>
                <a:latin typeface="Roboto"/>
                <a:ea typeface="Roboto"/>
                <a:hlinkClick r:id="rId3"/>
              </a:rPr>
              <a:t>Freepik</a:t>
            </a:r>
            <a:r>
              <a:rPr b="0" lang="en" sz="1000" spc="-1" strike="noStrike" u="sng">
                <a:solidFill>
                  <a:schemeClr val="lt1"/>
                </a:solidFill>
                <a:uFillTx/>
                <a:latin typeface="Roboto"/>
                <a:ea typeface="Roboto"/>
              </a:rPr>
              <a:t> </a:t>
            </a:r>
            <a:endParaRPr b="0" lang="en-US" sz="1000" spc="-1" strike="noStrike">
              <a:solidFill>
                <a:srgbClr val="000000"/>
              </a:solidFill>
              <a:latin typeface="OpenSymbol"/>
            </a:endParaRP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Google Shape;119;p22"/>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5" name="Google Shape;121;p23"/>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Google Shape;18;p4"/>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4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48" name="PlaceHolder 2"/>
          <p:cNvSpPr>
            <a:spLocks noGrp="1"/>
          </p:cNvSpPr>
          <p:nvPr>
            <p:ph type="body"/>
          </p:nvPr>
        </p:nvSpPr>
        <p:spPr>
          <a:xfrm>
            <a:off x="720000" y="1210320"/>
            <a:ext cx="7703640" cy="36900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1" name="Google Shape;22;p5"/>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3" name="PlaceHolder 2"/>
          <p:cNvSpPr>
            <a:spLocks noGrp="1"/>
          </p:cNvSpPr>
          <p:nvPr>
            <p:ph type="body"/>
          </p:nvPr>
        </p:nvSpPr>
        <p:spPr>
          <a:xfrm>
            <a:off x="5696280" y="1379880"/>
            <a:ext cx="2727360" cy="2861280"/>
          </a:xfrm>
          <a:prstGeom prst="rect">
            <a:avLst/>
          </a:prstGeom>
          <a:noFill/>
          <a:ln w="0">
            <a:noFill/>
          </a:ln>
        </p:spPr>
        <p:txBody>
          <a:bodyPr lIns="90000" rIns="90000" tIns="45000" bIns="45000" anchor="t">
            <a:normAutofit fontScale="21111"/>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57" name="Google Shape;30;p6"/>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0" name="Google Shape;33;p7"/>
          <p:cNvSpPr/>
          <p:nvPr/>
        </p:nvSpPr>
        <p:spPr>
          <a:xfrm flipH="1" rot="10800000">
            <a:off x="118440" y="119520"/>
            <a:ext cx="8907840" cy="4731480"/>
          </a:xfrm>
          <a:prstGeom prst="roundRect">
            <a:avLst>
              <a:gd name="adj" fmla="val 1779"/>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448200"/>
            <a:ext cx="3681000" cy="57564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62" name="PlaceHolder 2"/>
          <p:cNvSpPr>
            <a:spLocks noGrp="1"/>
          </p:cNvSpPr>
          <p:nvPr>
            <p:ph type="body"/>
          </p:nvPr>
        </p:nvSpPr>
        <p:spPr>
          <a:xfrm>
            <a:off x="4709520" y="445680"/>
            <a:ext cx="3720960" cy="425160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Google Shape;38;p8"/>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4"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5" name="Google Shape;41;p9"/>
          <p:cNvSpPr/>
          <p:nvPr/>
        </p:nvSpPr>
        <p:spPr>
          <a:xfrm flipH="1" rot="10800000">
            <a:off x="118440" y="119520"/>
            <a:ext cx="8907840" cy="4731480"/>
          </a:xfrm>
          <a:prstGeom prst="roundRect">
            <a:avLst>
              <a:gd name="adj" fmla="val 1779"/>
            </a:avLst>
          </a:prstGeom>
          <a:solidFill>
            <a:schemeClr val="dk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ffffff"/>
              </a:solidFill>
              <a:latin typeface="OpenSymbol"/>
            </a:endParaRPr>
          </a:p>
        </p:txBody>
      </p:sp>
      <p:sp>
        <p:nvSpPr>
          <p:cNvPr id="66"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68" name="PlaceHolder 2"/>
          <p:cNvSpPr>
            <a:spLocks noGrp="1"/>
          </p:cNvSpPr>
          <p:nvPr>
            <p:ph type="title"/>
          </p:nvPr>
        </p:nvSpPr>
        <p:spPr>
          <a:xfrm>
            <a:off x="720000" y="4014360"/>
            <a:ext cx="7703640" cy="572400"/>
          </a:xfrm>
          <a:prstGeom prst="rect">
            <a:avLst/>
          </a:prstGeom>
          <a:solidFill>
            <a:srgbClr val="000000"/>
          </a:solidFill>
          <a:ln w="0">
            <a:noFill/>
          </a:ln>
        </p:spPr>
        <p:txBody>
          <a:bodyPr lIns="91440" rIns="91440" tIns="91440" bIns="91440" anchor="ctr">
            <a:noAutofit/>
          </a:bodyPr>
          <a:p>
            <a:pPr indent="0">
              <a:buNone/>
            </a:pPr>
            <a:r>
              <a:rPr b="0" lang="fr-FR" sz="1800" spc="-1" strike="noStrike">
                <a:solidFill>
                  <a:schemeClr val="dk1"/>
                </a:solidFill>
                <a:latin typeface="Arial"/>
              </a:rPr>
              <a:t>Click to edit the title text format</a:t>
            </a:r>
            <a:endParaRPr b="0" lang="fr-FR" sz="1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9" name="Google Shape;12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0"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71" name="Google Shape;130;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72"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73"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1066680"/>
            <a:ext cx="5409720" cy="1666440"/>
          </a:xfrm>
          <a:prstGeom prst="rect">
            <a:avLst/>
          </a:prstGeom>
          <a:noFill/>
          <a:ln w="0">
            <a:noFill/>
          </a:ln>
        </p:spPr>
        <p:txBody>
          <a:bodyPr lIns="91440" rIns="91440" tIns="91440" bIns="91440" anchor="b">
            <a:normAutofit fontScale="79487"/>
          </a:bodyPr>
          <a:p>
            <a:pPr indent="0">
              <a:lnSpc>
                <a:spcPct val="100000"/>
              </a:lnSpc>
              <a:buNone/>
              <a:tabLst>
                <a:tab algn="l" pos="0"/>
              </a:tabLst>
            </a:pPr>
            <a:r>
              <a:rPr b="0" lang="en" sz="6000" spc="-1" strike="noStrike">
                <a:solidFill>
                  <a:schemeClr val="lt1"/>
                </a:solidFill>
                <a:latin typeface="Inter Medium"/>
                <a:ea typeface="Inter Medium"/>
              </a:rPr>
              <a:t>Effective Communication and Feedback</a:t>
            </a:r>
            <a:endParaRPr b="0" lang="fr-FR" sz="6000" spc="-1" strike="noStrike">
              <a:solidFill>
                <a:schemeClr val="dk1"/>
              </a:solidFill>
              <a:latin typeface="Arial"/>
            </a:endParaRPr>
          </a:p>
        </p:txBody>
      </p:sp>
      <p:sp>
        <p:nvSpPr>
          <p:cNvPr id="75" name="PlaceHolder 2"/>
          <p:cNvSpPr>
            <a:spLocks noGrp="1"/>
          </p:cNvSpPr>
          <p:nvPr>
            <p:ph type="subTitle"/>
          </p:nvPr>
        </p:nvSpPr>
        <p:spPr>
          <a:xfrm>
            <a:off x="714240" y="3390840"/>
            <a:ext cx="6352920" cy="428400"/>
          </a:xfrm>
          <a:prstGeom prst="rect">
            <a:avLst/>
          </a:prstGeom>
          <a:noFill/>
          <a:ln w="0">
            <a:noFill/>
          </a:ln>
        </p:spPr>
        <p:txBody>
          <a:bodyPr lIns="91440" rIns="91440" tIns="91440" bIns="91440" anchor="t">
            <a:normAutofit/>
          </a:bodyPr>
          <a:p>
            <a:pPr indent="0">
              <a:lnSpc>
                <a:spcPct val="100000"/>
              </a:lnSpc>
              <a:buNone/>
              <a:tabLst>
                <a:tab algn="l" pos="0"/>
              </a:tabLst>
            </a:pPr>
            <a:r>
              <a:rPr b="0" lang="en" sz="1600" spc="-1" strike="noStrike">
                <a:solidFill>
                  <a:schemeClr val="lt1"/>
                </a:solidFill>
                <a:latin typeface="Roboto"/>
                <a:ea typeface="Roboto"/>
              </a:rPr>
              <a:t>In the Workplace and Educational Settings</a:t>
            </a:r>
            <a:endParaRPr b="0" lang="en-US" sz="1600" spc="-1" strike="noStrike">
              <a:solidFill>
                <a:srgbClr val="000000"/>
              </a:solidFill>
              <a:latin typeface="OpenSymbol"/>
            </a:endParaRPr>
          </a:p>
        </p:txBody>
      </p:sp>
      <p:sp>
        <p:nvSpPr>
          <p:cNvPr id="76" name="Google Shape;139;p28"/>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000000"/>
              </a:solidFill>
              <a:latin typeface="OpenSymbol"/>
            </a:endParaRPr>
          </a:p>
        </p:txBody>
      </p:sp>
      <p:sp>
        <p:nvSpPr>
          <p:cNvPr id="77" name="Google Shape;140;p28"/>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78" name="Google Shape;141;p28"/>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80"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81"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82"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83"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Introduction</a:t>
            </a:r>
            <a:endParaRPr b="0" lang="fr-FR" sz="2600" spc="-1" strike="noStrike">
              <a:solidFill>
                <a:schemeClr val="dk1"/>
              </a:solidFill>
              <a:latin typeface="Arial"/>
            </a:endParaRPr>
          </a:p>
        </p:txBody>
      </p:sp>
      <p:sp>
        <p:nvSpPr>
          <p:cNvPr id="84"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Effective communication and constructive feedback are crucial in both workplace and educational settings. They foster collaboration, enhance understanding, and promote personal and professional growth. By mastering these skills, individuals can create a more productive environment, whether in a meeting room or a classroom.</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6"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87"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88"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Effective Communication</a:t>
            </a:r>
            <a:endParaRPr b="0" lang="fr-FR" sz="4500" spc="-1" strike="noStrike">
              <a:solidFill>
                <a:schemeClr val="dk1"/>
              </a:solidFill>
              <a:latin typeface="Arial"/>
            </a:endParaRPr>
          </a:p>
        </p:txBody>
      </p:sp>
      <p:sp>
        <p:nvSpPr>
          <p:cNvPr id="89"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01</a:t>
            </a:r>
            <a:endParaRPr b="0" lang="fr-FR" sz="4500" spc="-1" strike="noStrike">
              <a:solidFill>
                <a:schemeClr val="dk1"/>
              </a:solidFill>
              <a:latin typeface="Arial"/>
            </a:endParaRPr>
          </a:p>
        </p:txBody>
      </p:sp>
      <p:sp>
        <p:nvSpPr>
          <p:cNvPr id="90"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92"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93"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94"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95"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fontScale="96177"/>
          </a:bodyPr>
          <a:p>
            <a:pPr indent="0">
              <a:lnSpc>
                <a:spcPct val="100000"/>
              </a:lnSpc>
              <a:buNone/>
              <a:tabLst>
                <a:tab algn="l" pos="0"/>
              </a:tabLst>
            </a:pPr>
            <a:r>
              <a:rPr b="0" lang="en" sz="2600" spc="-1" strike="noStrike">
                <a:solidFill>
                  <a:schemeClr val="dk1"/>
                </a:solidFill>
                <a:latin typeface="Inter Medium"/>
                <a:ea typeface="Inter Medium"/>
              </a:rPr>
              <a:t>Key Elements of Communication</a:t>
            </a:r>
            <a:endParaRPr b="0" lang="fr-FR" sz="2600" spc="-1" strike="noStrike">
              <a:solidFill>
                <a:schemeClr val="dk1"/>
              </a:solidFill>
              <a:latin typeface="Arial"/>
            </a:endParaRPr>
          </a:p>
        </p:txBody>
      </p:sp>
      <p:sp>
        <p:nvSpPr>
          <p:cNvPr id="96"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Key elements of effective communication include clarity, active listening, body language, and the appropriate tone of voice. Clarity ensures that messages are understood as intended, while active listening fosters engagement and helps to avoid misunderstandings. Body language and tone convey nuances that can enhance or detract from the spoken word.</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Common Challenges</a:t>
            </a:r>
            <a:endParaRPr b="0" lang="fr-FR" sz="4000" spc="-1" strike="noStrike">
              <a:solidFill>
                <a:schemeClr val="dk1"/>
              </a:solidFill>
              <a:latin typeface="Arial"/>
            </a:endParaRPr>
          </a:p>
        </p:txBody>
      </p:sp>
      <p:sp>
        <p:nvSpPr>
          <p:cNvPr id="98"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Common challenges in communication include misunderstandings, interruptions, and assumptions. These challenges can arise from varying communication styles or environmental factors, especially in diverse teams. Recognizing these obstacles allows individuals to develop strategies to mitigate their impact and ensure more effective interactions.</a:t>
            </a:r>
            <a:endParaRPr b="0" lang="fr-FR" sz="1200" spc="-1" strike="noStrike">
              <a:solidFill>
                <a:srgbClr val="000000"/>
              </a:solidFill>
              <a:latin typeface="Arial"/>
            </a:endParaRPr>
          </a:p>
        </p:txBody>
      </p:sp>
      <p:sp>
        <p:nvSpPr>
          <p:cNvPr id="99"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00"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01"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Benefits of Communication</a:t>
            </a:r>
            <a:endParaRPr b="0" lang="fr-FR" sz="4000" spc="-1" strike="noStrike">
              <a:solidFill>
                <a:schemeClr val="dk1"/>
              </a:solidFill>
              <a:latin typeface="Arial"/>
            </a:endParaRPr>
          </a:p>
        </p:txBody>
      </p:sp>
      <p:sp>
        <p:nvSpPr>
          <p:cNvPr id="103"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Effective communication enhances teamwork, boosts performance, and builds trust within organizations. When communication flows seamlessly, it leads to better decision-making and problem-solving abilities. This, in turn, fosters a more harmonious workplace where employees feel valued and understood, ultimately driving productivity and satisfaction.</a:t>
            </a:r>
            <a:endParaRPr b="0" lang="fr-FR" sz="1200" spc="-1" strike="noStrike">
              <a:solidFill>
                <a:srgbClr val="000000"/>
              </a:solidFill>
              <a:latin typeface="Arial"/>
            </a:endParaRPr>
          </a:p>
        </p:txBody>
      </p:sp>
      <p:sp>
        <p:nvSpPr>
          <p:cNvPr id="104"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05"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06"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Google Shape;188;p3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8" name="Google Shape;189;p32"/>
          <p:cNvSpPr/>
          <p:nvPr/>
        </p:nvSpPr>
        <p:spPr>
          <a:xfrm>
            <a:off x="11448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190;p32"/>
          <p:cNvSpPr/>
          <p:nvPr/>
        </p:nvSpPr>
        <p:spPr>
          <a:xfrm>
            <a:off x="780084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algn="r" defTabSz="914400">
              <a:lnSpc>
                <a:spcPct val="100000"/>
              </a:lnSpc>
              <a:tabLst>
                <a:tab algn="l" pos="0"/>
              </a:tabLst>
            </a:pPr>
            <a:endParaRPr b="0" lang="en-US" sz="1800" spc="-1" strike="noStrike">
              <a:solidFill>
                <a:srgbClr val="000000"/>
              </a:solidFill>
              <a:latin typeface="OpenSymbol"/>
            </a:endParaRPr>
          </a:p>
        </p:txBody>
      </p:sp>
      <p:sp>
        <p:nvSpPr>
          <p:cNvPr id="110" name="PlaceHolder 1"/>
          <p:cNvSpPr>
            <a:spLocks noGrp="1"/>
          </p:cNvSpPr>
          <p:nvPr>
            <p:ph type="title"/>
          </p:nvPr>
        </p:nvSpPr>
        <p:spPr>
          <a:xfrm>
            <a:off x="723960" y="1857240"/>
            <a:ext cx="4133520" cy="1571400"/>
          </a:xfrm>
          <a:prstGeom prst="rect">
            <a:avLst/>
          </a:prstGeom>
          <a:noFill/>
          <a:ln w="0">
            <a:noFill/>
          </a:ln>
        </p:spPr>
        <p:txBody>
          <a:bodyPr lIns="91440" rIns="91440" tIns="91440" bIns="91440" anchor="t">
            <a:normAutofit/>
          </a:bodyPr>
          <a:p>
            <a:pPr indent="0">
              <a:lnSpc>
                <a:spcPct val="100000"/>
              </a:lnSpc>
              <a:buNone/>
              <a:tabLst>
                <a:tab algn="l" pos="0"/>
              </a:tabLst>
            </a:pPr>
            <a:r>
              <a:rPr b="0" lang="en" sz="4500" spc="-1" strike="noStrike">
                <a:solidFill>
                  <a:schemeClr val="lt1"/>
                </a:solidFill>
                <a:latin typeface="Inter Medium"/>
                <a:ea typeface="Inter Medium"/>
              </a:rPr>
              <a:t>Feedback Dynamics</a:t>
            </a:r>
            <a:endParaRPr b="0" lang="fr-FR" sz="4500" spc="-1" strike="noStrike">
              <a:solidFill>
                <a:schemeClr val="dk1"/>
              </a:solidFill>
              <a:latin typeface="Arial"/>
            </a:endParaRPr>
          </a:p>
        </p:txBody>
      </p:sp>
      <p:sp>
        <p:nvSpPr>
          <p:cNvPr id="111" name="PlaceHolder 2"/>
          <p:cNvSpPr>
            <a:spLocks noGrp="1"/>
          </p:cNvSpPr>
          <p:nvPr>
            <p:ph type="title"/>
          </p:nvPr>
        </p:nvSpPr>
        <p:spPr>
          <a:xfrm>
            <a:off x="723960" y="981000"/>
            <a:ext cx="1238040" cy="875880"/>
          </a:xfrm>
          <a:prstGeom prst="rect">
            <a:avLst/>
          </a:prstGeom>
          <a:noFill/>
          <a:ln w="0">
            <a:noFill/>
          </a:ln>
        </p:spPr>
        <p:txBody>
          <a:bodyPr lIns="91440" rIns="91440" tIns="91440" bIns="91440" anchor="b">
            <a:normAutofit/>
          </a:bodyPr>
          <a:p>
            <a:pPr indent="0">
              <a:lnSpc>
                <a:spcPct val="100000"/>
              </a:lnSpc>
              <a:buNone/>
              <a:tabLst>
                <a:tab algn="l" pos="0"/>
              </a:tabLst>
            </a:pPr>
            <a:r>
              <a:rPr b="0" lang="en" sz="4500" spc="-1" strike="noStrike">
                <a:solidFill>
                  <a:schemeClr val="lt1"/>
                </a:solidFill>
                <a:latin typeface="Inter Medium"/>
                <a:ea typeface="Inter Medium"/>
              </a:rPr>
              <a:t>02</a:t>
            </a:r>
            <a:endParaRPr b="0" lang="fr-FR" sz="4500" spc="-1" strike="noStrike">
              <a:solidFill>
                <a:schemeClr val="dk1"/>
              </a:solidFill>
              <a:latin typeface="Arial"/>
            </a:endParaRPr>
          </a:p>
        </p:txBody>
      </p:sp>
      <p:sp>
        <p:nvSpPr>
          <p:cNvPr id="112" name="PlaceHolder 3"/>
          <p:cNvSpPr>
            <a:spLocks noGrp="1"/>
          </p:cNvSpPr>
          <p:nvPr>
            <p:ph type="subTitle"/>
          </p:nvPr>
        </p:nvSpPr>
        <p:spPr>
          <a:xfrm>
            <a:off x="723960" y="3429000"/>
            <a:ext cx="4133520" cy="399600"/>
          </a:xfrm>
          <a:prstGeom prst="rect">
            <a:avLst/>
          </a:prstGeom>
          <a:noFill/>
          <a:ln w="0">
            <a:noFill/>
          </a:ln>
        </p:spPr>
        <p:txBody>
          <a:bodyPr lIns="91440" rIns="91440" tIns="91440" bIns="91440" anchor="t">
            <a:normAutofit/>
          </a:bodyPr>
          <a:p>
            <a:pPr indent="0" algn="ctr">
              <a:buNone/>
            </a:pPr>
            <a:endParaRPr b="0" lang="en-US" sz="14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Understanding Feedback</a:t>
            </a:r>
            <a:endParaRPr b="0" lang="fr-FR" sz="4000" spc="-1" strike="noStrike">
              <a:solidFill>
                <a:schemeClr val="dk1"/>
              </a:solidFill>
              <a:latin typeface="Arial"/>
            </a:endParaRPr>
          </a:p>
        </p:txBody>
      </p:sp>
      <p:sp>
        <p:nvSpPr>
          <p:cNvPr id="114"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Feedback is a crucial part of personal and professional development. It refers to the information provided regarding performance or behavior, distinguishing it from mere criticism. Understanding the difference and embracing constructive feedback allows individuals to learn, adapt, and improve their skills in various settings.</a:t>
            </a:r>
            <a:endParaRPr b="0" lang="fr-FR" sz="1200" spc="-1" strike="noStrike">
              <a:solidFill>
                <a:srgbClr val="000000"/>
              </a:solidFill>
              <a:latin typeface="Arial"/>
            </a:endParaRPr>
          </a:p>
        </p:txBody>
      </p:sp>
      <p:sp>
        <p:nvSpPr>
          <p:cNvPr id="115"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16"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17"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Google Shape;178;p31"/>
          <p:cNvSpPr/>
          <p:nvPr/>
        </p:nvSpPr>
        <p:spPr>
          <a:xfrm>
            <a:off x="4709520" y="445680"/>
            <a:ext cx="3720960" cy="4251600"/>
          </a:xfrm>
          <a:prstGeom prst="roundRect">
            <a:avLst>
              <a:gd name="adj" fmla="val 0"/>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OpenSymbol"/>
            </a:endParaRPr>
          </a:p>
        </p:txBody>
      </p:sp>
      <p:sp>
        <p:nvSpPr>
          <p:cNvPr id="119" name="Google Shape;179;p31"/>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0" name="Google Shape;180;p31"/>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1" name="Google Shape;181;p31"/>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
        <p:nvSpPr>
          <p:cNvPr id="122" name="PlaceHolder 1"/>
          <p:cNvSpPr>
            <a:spLocks noGrp="1"/>
          </p:cNvSpPr>
          <p:nvPr>
            <p:ph type="title"/>
          </p:nvPr>
        </p:nvSpPr>
        <p:spPr>
          <a:xfrm>
            <a:off x="714240" y="447840"/>
            <a:ext cx="3676320" cy="571320"/>
          </a:xfrm>
          <a:prstGeom prst="rect">
            <a:avLst/>
          </a:prstGeom>
          <a:noFill/>
          <a:ln w="0">
            <a:noFill/>
          </a:ln>
        </p:spPr>
        <p:txBody>
          <a:bodyPr lIns="91440" rIns="91440" tIns="91440" bIns="91440" anchor="t">
            <a:normAutofit/>
          </a:bodyPr>
          <a:p>
            <a:pPr indent="0">
              <a:lnSpc>
                <a:spcPct val="100000"/>
              </a:lnSpc>
              <a:buNone/>
              <a:tabLst>
                <a:tab algn="l" pos="0"/>
              </a:tabLst>
            </a:pPr>
            <a:r>
              <a:rPr b="0" lang="en" sz="2600" spc="-1" strike="noStrike">
                <a:solidFill>
                  <a:schemeClr val="dk1"/>
                </a:solidFill>
                <a:latin typeface="Inter Medium"/>
                <a:ea typeface="Inter Medium"/>
              </a:rPr>
              <a:t>Giving Feedback</a:t>
            </a:r>
            <a:endParaRPr b="0" lang="fr-FR" sz="2600" spc="-1" strike="noStrike">
              <a:solidFill>
                <a:schemeClr val="dk1"/>
              </a:solidFill>
              <a:latin typeface="Arial"/>
            </a:endParaRPr>
          </a:p>
        </p:txBody>
      </p:sp>
      <p:sp>
        <p:nvSpPr>
          <p:cNvPr id="123" name="PlaceHolder 2"/>
          <p:cNvSpPr>
            <a:spLocks noGrp="1"/>
          </p:cNvSpPr>
          <p:nvPr>
            <p:ph type="subTitle"/>
          </p:nvPr>
        </p:nvSpPr>
        <p:spPr>
          <a:xfrm>
            <a:off x="714240" y="1743120"/>
            <a:ext cx="3676320" cy="21618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When giving feedback, it is essential to be respectful and specific. Constructive feedback should aim to support and encourage growth, highlighting both strengths and areas for improvement. Utilizing a positive tone and focusing on behaviors rather than personal attributes helps foster an environment where feedback is perceived as a valuable tool for development.</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Receiving Feedback</a:t>
            </a:r>
            <a:endParaRPr b="0" lang="fr-FR" sz="4000" spc="-1" strike="noStrike">
              <a:solidFill>
                <a:schemeClr val="dk1"/>
              </a:solidFill>
              <a:latin typeface="Arial"/>
            </a:endParaRPr>
          </a:p>
        </p:txBody>
      </p:sp>
      <p:sp>
        <p:nvSpPr>
          <p:cNvPr id="125"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Receiving feedback positively is vital for growth. An individual should approach feedback with an open mind, viewing it as an opportunity for development rather than a personal attack. By actively listening and reflecting on the feedback provided, one can identify actionable steps to improve and adapt their performance.</a:t>
            </a:r>
            <a:endParaRPr b="0" lang="fr-FR" sz="1200" spc="-1" strike="noStrike">
              <a:solidFill>
                <a:srgbClr val="000000"/>
              </a:solidFill>
              <a:latin typeface="Arial"/>
            </a:endParaRPr>
          </a:p>
        </p:txBody>
      </p:sp>
      <p:sp>
        <p:nvSpPr>
          <p:cNvPr id="126"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27"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28"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Inter Medium"/>
                <a:ea typeface="Inter Medium"/>
              </a:rPr>
              <a:t>Conclusions</a:t>
            </a:r>
            <a:endParaRPr b="0" lang="fr-FR" sz="4000" spc="-1" strike="noStrike">
              <a:solidFill>
                <a:schemeClr val="dk1"/>
              </a:solidFill>
              <a:latin typeface="Arial"/>
            </a:endParaRPr>
          </a:p>
        </p:txBody>
      </p:sp>
      <p:sp>
        <p:nvSpPr>
          <p:cNvPr id="130" name="PlaceHolder 2"/>
          <p:cNvSpPr>
            <a:spLocks noGrp="1"/>
          </p:cNvSpPr>
          <p:nvPr>
            <p:ph/>
          </p:nvPr>
        </p:nvSpPr>
        <p:spPr>
          <a:xfrm>
            <a:off x="3486240" y="2400480"/>
            <a:ext cx="49431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Roboto"/>
                <a:ea typeface="Roboto"/>
              </a:rPr>
              <a:t>In summary, effective communication and feedback are vital for success in any environment. By mastering these skills, individuals can foster collaboration, enhance their understanding, and promote personal growth. Embracing feedback as an essential tool will ultimately lead to improved teamwork and stronger relationships in both professional and educational settings.</a:t>
            </a:r>
            <a:endParaRPr b="0" lang="fr-FR" sz="1200" spc="-1" strike="noStrike">
              <a:solidFill>
                <a:srgbClr val="000000"/>
              </a:solidFill>
              <a:latin typeface="Arial"/>
            </a:endParaRPr>
          </a:p>
        </p:txBody>
      </p:sp>
      <p:sp>
        <p:nvSpPr>
          <p:cNvPr id="131" name="Google Shape;200;p33"/>
          <p:cNvSpPr/>
          <p:nvPr/>
        </p:nvSpPr>
        <p:spPr>
          <a:xfrm>
            <a:off x="1343160" y="4848120"/>
            <a:ext cx="1228320" cy="4262760"/>
          </a:xfrm>
          <a:prstGeom prst="rect">
            <a:avLst/>
          </a:prstGeom>
          <a:noFill/>
          <a:ln w="0">
            <a:noFill/>
          </a:ln>
        </p:spPr>
        <p:style>
          <a:lnRef idx="0"/>
          <a:fillRef idx="0"/>
          <a:effectRef idx="0"/>
          <a:fontRef idx="minor"/>
        </p:style>
        <p:txBody>
          <a:bodyPr lIns="870823080" rIns="870823080" tIns="1065960" bIns="1065960" anchor="t">
            <a:spAutoFit/>
          </a:bodyPr>
          <a:p>
            <a:pPr defTabSz="914400">
              <a:lnSpc>
                <a:spcPct val="100000"/>
              </a:lnSpc>
              <a:tabLst>
                <a:tab algn="l" pos="0"/>
              </a:tabLst>
            </a:pPr>
            <a:r>
              <a:rPr b="0" lang="en" sz="700" spc="-1" strike="noStrike">
                <a:solidFill>
                  <a:schemeClr val="dk1"/>
                </a:solidFill>
                <a:latin typeface="Arial"/>
              </a:rPr>
              <a:t>Feature Name/Product</a:t>
            </a:r>
            <a:endParaRPr b="0" lang="en-US" sz="700" spc="-1" strike="noStrike">
              <a:solidFill>
                <a:srgbClr val="ffffff"/>
              </a:solidFill>
              <a:latin typeface="OpenSymbol"/>
            </a:endParaRPr>
          </a:p>
        </p:txBody>
      </p:sp>
      <p:sp>
        <p:nvSpPr>
          <p:cNvPr id="132" name="Google Shape;201;p33"/>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ffffff"/>
              </a:solidFill>
              <a:latin typeface="OpenSymbol"/>
            </a:endParaRPr>
          </a:p>
        </p:txBody>
      </p:sp>
      <p:sp>
        <p:nvSpPr>
          <p:cNvPr id="133" name="Google Shape;202;p33"/>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714240" y="542880"/>
            <a:ext cx="4447800" cy="95220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lt1"/>
                </a:solidFill>
                <a:latin typeface="Inter Medium"/>
                <a:ea typeface="Inter Medium"/>
              </a:rPr>
              <a:t>Thank you!</a:t>
            </a:r>
            <a:endParaRPr b="0" lang="fr-FR" sz="5000" spc="-1" strike="noStrike">
              <a:solidFill>
                <a:schemeClr val="dk1"/>
              </a:solidFill>
              <a:latin typeface="Arial"/>
            </a:endParaRPr>
          </a:p>
        </p:txBody>
      </p:sp>
      <p:sp>
        <p:nvSpPr>
          <p:cNvPr id="135" name="PlaceHolder 2"/>
          <p:cNvSpPr>
            <a:spLocks noGrp="1"/>
          </p:cNvSpPr>
          <p:nvPr>
            <p:ph type="subTitle"/>
          </p:nvPr>
        </p:nvSpPr>
        <p:spPr>
          <a:xfrm>
            <a:off x="714240" y="1419120"/>
            <a:ext cx="4447800" cy="104724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dk1"/>
                </a:solidFill>
                <a:latin typeface="Roboto"/>
                <a:ea typeface="Roboto"/>
              </a:rPr>
              <a:t>Do you have any questions?</a:t>
            </a:r>
            <a:endParaRPr b="0" lang="en-US" sz="1400" spc="-1" strike="noStrike">
              <a:solidFill>
                <a:srgbClr val="000000"/>
              </a:solidFill>
              <a:latin typeface="OpenSymbol"/>
            </a:endParaRPr>
          </a:p>
        </p:txBody>
      </p:sp>
      <p:sp>
        <p:nvSpPr>
          <p:cNvPr id="136" name="Google Shape;356;p42"/>
          <p:cNvSpPr/>
          <p:nvPr/>
        </p:nvSpPr>
        <p:spPr>
          <a:xfrm>
            <a:off x="714240" y="3905280"/>
            <a:ext cx="4152600" cy="342720"/>
          </a:xfrm>
          <a:prstGeom prst="rect">
            <a:avLst/>
          </a:prstGeom>
          <a:noFill/>
          <a:ln w="0">
            <a:noFill/>
          </a:ln>
        </p:spPr>
        <p:style>
          <a:lnRef idx="0"/>
          <a:fillRef idx="0"/>
          <a:effectRef idx="0"/>
          <a:fontRef idx="minor"/>
        </p:style>
        <p:txBody>
          <a:bodyPr lIns="870823080" rIns="870823080" tIns="171360" bIns="171360" anchor="t">
            <a:normAutofit fontScale="12222"/>
          </a:bodyPr>
          <a:p>
            <a:pPr defTabSz="914400">
              <a:lnSpc>
                <a:spcPct val="100000"/>
              </a:lnSpc>
              <a:tabLst>
                <a:tab algn="l" pos="0"/>
              </a:tabLst>
            </a:pPr>
            <a:r>
              <a:rPr b="0" lang="en" sz="1000" spc="-1" strike="noStrike">
                <a:solidFill>
                  <a:schemeClr val="dk1"/>
                </a:solidFill>
                <a:latin typeface="Arial"/>
              </a:rPr>
              <a:t>+00 000 000 000</a:t>
            </a:r>
            <a:endParaRPr b="0" lang="en-US" sz="1000" spc="-1" strike="noStrike">
              <a:solidFill>
                <a:srgbClr val="000000"/>
              </a:solidFill>
              <a:latin typeface="OpenSymbol"/>
            </a:endParaRPr>
          </a:p>
        </p:txBody>
      </p:sp>
      <p:sp>
        <p:nvSpPr>
          <p:cNvPr id="137" name="Google Shape;357;p42"/>
          <p:cNvSpPr/>
          <p:nvPr/>
        </p:nvSpPr>
        <p:spPr>
          <a:xfrm>
            <a:off x="749160" y="2674080"/>
            <a:ext cx="290880" cy="291240"/>
          </a:xfrm>
          <a:custGeom>
            <a:avLst/>
            <a:gdLst>
              <a:gd name="textAreaLeft" fmla="*/ 0 w 290880"/>
              <a:gd name="textAreaRight" fmla="*/ 291240 w 290880"/>
              <a:gd name="textAreaTop" fmla="*/ 0 h 291240"/>
              <a:gd name="textAreaBottom" fmla="*/ 291600 h 291240"/>
            </a:gdLst>
            <a:ah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nvGrpSpPr>
          <p:cNvPr id="138" name="Google Shape;358;p42"/>
          <p:cNvGrpSpPr/>
          <p:nvPr/>
        </p:nvGrpSpPr>
        <p:grpSpPr>
          <a:xfrm>
            <a:off x="1183320" y="2673360"/>
            <a:ext cx="287640" cy="292320"/>
            <a:chOff x="1183320" y="2673360"/>
            <a:chExt cx="287640" cy="292320"/>
          </a:xfrm>
        </p:grpSpPr>
        <p:sp>
          <p:nvSpPr>
            <p:cNvPr id="139" name="Google Shape;359;p42"/>
            <p:cNvSpPr/>
            <p:nvPr/>
          </p:nvSpPr>
          <p:spPr>
            <a:xfrm>
              <a:off x="1183320" y="2673360"/>
              <a:ext cx="287640" cy="292320"/>
            </a:xfrm>
            <a:custGeom>
              <a:avLst/>
              <a:gdLst>
                <a:gd name="textAreaLeft" fmla="*/ 0 w 287640"/>
                <a:gd name="textAreaRight" fmla="*/ 288000 w 287640"/>
                <a:gd name="textAreaTop" fmla="*/ 0 h 292320"/>
                <a:gd name="textAreaBottom" fmla="*/ 292680 h 292320"/>
              </a:gdLst>
              <a:ah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0" name="Google Shape;360;p42"/>
            <p:cNvSpPr/>
            <p:nvPr/>
          </p:nvSpPr>
          <p:spPr>
            <a:xfrm>
              <a:off x="1236960" y="2728800"/>
              <a:ext cx="178920" cy="181800"/>
            </a:xfrm>
            <a:custGeom>
              <a:avLst/>
              <a:gdLst>
                <a:gd name="textAreaLeft" fmla="*/ 0 w 178920"/>
                <a:gd name="textAreaRight" fmla="*/ 179280 w 178920"/>
                <a:gd name="textAreaTop" fmla="*/ 0 h 181800"/>
                <a:gd name="textAreaBottom" fmla="*/ 182160 h 18180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080" bIns="910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1" name="Google Shape;361;p42"/>
            <p:cNvSpPr/>
            <p:nvPr/>
          </p:nvSpPr>
          <p:spPr>
            <a:xfrm>
              <a:off x="1278720" y="2772000"/>
              <a:ext cx="95040" cy="95040"/>
            </a:xfrm>
            <a:custGeom>
              <a:avLst/>
              <a:gdLst>
                <a:gd name="textAreaLeft" fmla="*/ 0 w 95040"/>
                <a:gd name="textAreaRight" fmla="*/ 95400 w 95040"/>
                <a:gd name="textAreaTop" fmla="*/ 0 h 95040"/>
                <a:gd name="textAreaBottom" fmla="*/ 95400 h 9504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47520" bIns="475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2" name="Google Shape;362;p42"/>
            <p:cNvSpPr/>
            <p:nvPr/>
          </p:nvSpPr>
          <p:spPr>
            <a:xfrm>
              <a:off x="1362960" y="2752200"/>
              <a:ext cx="24120" cy="24480"/>
            </a:xfrm>
            <a:custGeom>
              <a:avLst/>
              <a:gdLst>
                <a:gd name="textAreaLeft" fmla="*/ 0 w 24120"/>
                <a:gd name="textAreaRight" fmla="*/ 24480 w 24120"/>
                <a:gd name="textAreaTop" fmla="*/ 0 h 24480"/>
                <a:gd name="textAreaBottom" fmla="*/ 24840 h 244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3" name="Google Shape;363;p42"/>
          <p:cNvGrpSpPr/>
          <p:nvPr/>
        </p:nvGrpSpPr>
        <p:grpSpPr>
          <a:xfrm>
            <a:off x="1625400" y="2673360"/>
            <a:ext cx="292320" cy="292320"/>
            <a:chOff x="1625400" y="2673360"/>
            <a:chExt cx="292320" cy="292320"/>
          </a:xfrm>
        </p:grpSpPr>
        <p:sp>
          <p:nvSpPr>
            <p:cNvPr id="144" name="Google Shape;364;p42"/>
            <p:cNvSpPr/>
            <p:nvPr/>
          </p:nvSpPr>
          <p:spPr>
            <a:xfrm>
              <a:off x="162540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5" name="Google Shape;365;p42"/>
            <p:cNvSpPr/>
            <p:nvPr/>
          </p:nvSpPr>
          <p:spPr>
            <a:xfrm>
              <a:off x="1692720" y="2790720"/>
              <a:ext cx="39960" cy="101520"/>
            </a:xfrm>
            <a:custGeom>
              <a:avLst/>
              <a:gdLst>
                <a:gd name="textAreaLeft" fmla="*/ 0 w 39960"/>
                <a:gd name="textAreaRight" fmla="*/ 40320 w 39960"/>
                <a:gd name="textAreaTop" fmla="*/ 0 h 101520"/>
                <a:gd name="textAreaBottom" fmla="*/ 101880 h 10152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6" name="Google Shape;366;p42"/>
            <p:cNvSpPr/>
            <p:nvPr/>
          </p:nvSpPr>
          <p:spPr>
            <a:xfrm>
              <a:off x="1686600" y="2734920"/>
              <a:ext cx="46080" cy="46080"/>
            </a:xfrm>
            <a:custGeom>
              <a:avLst/>
              <a:gdLst>
                <a:gd name="textAreaLeft" fmla="*/ 0 w 46080"/>
                <a:gd name="textAreaRight" fmla="*/ 46440 w 46080"/>
                <a:gd name="textAreaTop" fmla="*/ 0 h 46080"/>
                <a:gd name="textAreaBottom" fmla="*/ 46440 h 4608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47" name="Google Shape;367;p42"/>
            <p:cNvSpPr/>
            <p:nvPr/>
          </p:nvSpPr>
          <p:spPr>
            <a:xfrm>
              <a:off x="1754280" y="2790720"/>
              <a:ext cx="108000" cy="101520"/>
            </a:xfrm>
            <a:custGeom>
              <a:avLst/>
              <a:gdLst>
                <a:gd name="textAreaLeft" fmla="*/ 0 w 108000"/>
                <a:gd name="textAreaRight" fmla="*/ 108360 w 108000"/>
                <a:gd name="textAreaTop" fmla="*/ 0 h 101520"/>
                <a:gd name="textAreaBottom" fmla="*/ 101880 h 10152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48" name="Google Shape;368;p42"/>
          <p:cNvGrpSpPr/>
          <p:nvPr/>
        </p:nvGrpSpPr>
        <p:grpSpPr>
          <a:xfrm>
            <a:off x="2055240" y="2673360"/>
            <a:ext cx="292320" cy="292320"/>
            <a:chOff x="2055240" y="2673360"/>
            <a:chExt cx="292320" cy="292320"/>
          </a:xfrm>
        </p:grpSpPr>
        <p:sp>
          <p:nvSpPr>
            <p:cNvPr id="149" name="Google Shape;369;p42"/>
            <p:cNvSpPr/>
            <p:nvPr/>
          </p:nvSpPr>
          <p:spPr>
            <a:xfrm>
              <a:off x="2120760" y="2737080"/>
              <a:ext cx="161640" cy="165240"/>
            </a:xfrm>
            <a:custGeom>
              <a:avLst/>
              <a:gdLst>
                <a:gd name="textAreaLeft" fmla="*/ 0 w 161640"/>
                <a:gd name="textAreaRight" fmla="*/ 162000 w 161640"/>
                <a:gd name="textAreaTop" fmla="*/ 0 h 165240"/>
                <a:gd name="textAreaBottom" fmla="*/ 165600 h 165240"/>
              </a:gdLst>
              <a:ah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0" name="Google Shape;370;p42"/>
            <p:cNvSpPr/>
            <p:nvPr/>
          </p:nvSpPr>
          <p:spPr>
            <a:xfrm>
              <a:off x="2055240" y="2673360"/>
              <a:ext cx="292320" cy="292320"/>
            </a:xfrm>
            <a:custGeom>
              <a:avLst/>
              <a:gdLst>
                <a:gd name="textAreaLeft" fmla="*/ 0 w 292320"/>
                <a:gd name="textAreaRight" fmla="*/ 292680 w 292320"/>
                <a:gd name="textAreaTop" fmla="*/ 0 h 292320"/>
                <a:gd name="textAreaBottom" fmla="*/ 292680 h 29232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51" name="Google Shape;371;p42"/>
          <p:cNvSpPr/>
          <p:nvPr/>
        </p:nvSpPr>
        <p:spPr>
          <a:xfrm>
            <a:off x="1343160" y="4848120"/>
            <a:ext cx="1228320" cy="294840"/>
          </a:xfrm>
          <a:prstGeom prst="rect">
            <a:avLst/>
          </a:prstGeom>
          <a:noFill/>
          <a:ln w="0">
            <a:noFill/>
          </a:ln>
        </p:spPr>
        <p:style>
          <a:lnRef idx="0"/>
          <a:fillRef idx="0"/>
          <a:effectRef idx="0"/>
          <a:fontRef idx="minor"/>
        </p:style>
        <p:txBody>
          <a:bodyPr lIns="870823080" rIns="870823080" tIns="147600" bIns="147600" anchor="t">
            <a:normAutofit/>
          </a:bodyPr>
          <a:p>
            <a:pPr defTabSz="914400">
              <a:lnSpc>
                <a:spcPct val="100000"/>
              </a:lnSpc>
              <a:tabLst>
                <a:tab algn="l" pos="0"/>
              </a:tabLst>
            </a:pPr>
            <a:r>
              <a:rPr b="0" lang="en" sz="700" spc="-1" strike="noStrike">
                <a:solidFill>
                  <a:schemeClr val="dk1"/>
                </a:solidFill>
                <a:latin typeface="Arial"/>
              </a:rPr>
              <a:t>www.yourwebsite.com</a:t>
            </a:r>
            <a:endParaRPr b="0" lang="en-US" sz="700" spc="-1" strike="noStrike">
              <a:solidFill>
                <a:srgbClr val="000000"/>
              </a:solidFill>
              <a:latin typeface="OpenSymbol"/>
            </a:endParaRPr>
          </a:p>
        </p:txBody>
      </p:sp>
      <p:sp>
        <p:nvSpPr>
          <p:cNvPr id="152" name="Google Shape;372;p42"/>
          <p:cNvSpPr/>
          <p:nvPr/>
        </p:nvSpPr>
        <p:spPr>
          <a:xfrm>
            <a:off x="114480" y="4848120"/>
            <a:ext cx="1228320" cy="2131560"/>
          </a:xfrm>
          <a:prstGeom prst="rect">
            <a:avLst/>
          </a:prstGeom>
          <a:noFill/>
          <a:ln w="0">
            <a:noFill/>
          </a:ln>
        </p:spPr>
        <p:style>
          <a:lnRef idx="0"/>
          <a:fillRef idx="0"/>
          <a:effectRef idx="0"/>
          <a:fontRef idx="minor"/>
        </p:style>
        <p:txBody>
          <a:bodyPr lIns="870823080" rIns="870823080" tIns="533160" bIns="533160" anchor="t">
            <a:spAutoFit/>
          </a:bodyPr>
          <a:p>
            <a:pPr defTabSz="914400">
              <a:lnSpc>
                <a:spcPct val="100000"/>
              </a:lnSpc>
              <a:tabLst>
                <a:tab algn="l" pos="0"/>
              </a:tabLst>
            </a:pPr>
            <a:r>
              <a:rPr b="0" lang="en" sz="700" spc="-1" strike="noStrike">
                <a:solidFill>
                  <a:schemeClr val="dk1"/>
                </a:solidFill>
                <a:latin typeface="Arial"/>
              </a:rPr>
              <a:t>DD/MM/YYYY</a:t>
            </a:r>
            <a:endParaRPr b="0" lang="en-US" sz="700" spc="-1" strike="noStrike">
              <a:solidFill>
                <a:srgbClr val="000000"/>
              </a:solidFill>
              <a:latin typeface="OpenSymbol"/>
            </a:endParaRPr>
          </a:p>
        </p:txBody>
      </p:sp>
      <p:sp>
        <p:nvSpPr>
          <p:cNvPr id="153" name="Google Shape;373;p42"/>
          <p:cNvSpPr/>
          <p:nvPr/>
        </p:nvSpPr>
        <p:spPr>
          <a:xfrm>
            <a:off x="7800840" y="4848120"/>
            <a:ext cx="1228320" cy="3623400"/>
          </a:xfrm>
          <a:prstGeom prst="rect">
            <a:avLst/>
          </a:prstGeom>
          <a:noFill/>
          <a:ln w="0">
            <a:noFill/>
          </a:ln>
        </p:spPr>
        <p:style>
          <a:lnRef idx="0"/>
          <a:fillRef idx="0"/>
          <a:effectRef idx="0"/>
          <a:fontRef idx="minor"/>
        </p:style>
        <p:txBody>
          <a:bodyPr lIns="870823080" rIns="870823080" tIns="906120" bIns="906120" anchor="t">
            <a:spAutoFit/>
          </a:bodyPr>
          <a:p>
            <a:pPr algn="r" defTabSz="914400">
              <a:lnSpc>
                <a:spcPct val="100000"/>
              </a:lnSpc>
              <a:tabLst>
                <a:tab algn="l" pos="0"/>
              </a:tabLst>
            </a:pPr>
            <a:r>
              <a:rPr b="0" lang="en" sz="700" spc="-1" strike="noStrike">
                <a:solidFill>
                  <a:schemeClr val="dk1"/>
                </a:solidFill>
                <a:latin typeface="Arial"/>
              </a:rPr>
              <a:t>Your Company Name</a:t>
            </a:r>
            <a:endParaRPr b="0" lang="en-US" sz="7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2025-06-24T16:51:50Z</dcterms:created>
  <dc:creator>Unknown Creator</dc:creator>
  <dc:description/>
  <dc:language>en-US</dc:language>
  <cp:lastModifiedBy>Unknown Creator</cp:lastModifiedBy>
  <dcterms:modified xsi:type="dcterms:W3CDTF">2025-06-24T16:51:50Z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