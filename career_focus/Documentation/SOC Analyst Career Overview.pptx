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8.xml" ContentType="application/vnd.openxmlformats-officedocument.presentationml.slideMaster+xml"/>
  <Override PartName="/ppt/slideMasters/slideMaster2.xml" ContentType="application/vnd.openxmlformats-officedocument.presentationml.slideMaster+xml"/>
  <Override PartName="/ppt/slideMasters/slideMaster27.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slideMasters/slideMaster24.xml" ContentType="application/vnd.openxmlformats-officedocument.presentationml.slideMaster+xml"/>
  <Override PartName="/ppt/slideMasters/slideMaster23.xml" ContentType="application/vnd.openxmlformats-officedocument.presentationml.slideMaster+xml"/>
  <Override PartName="/ppt/slideMasters/slideMaster22.xml" ContentType="application/vnd.openxmlformats-officedocument.presentationml.slideMaster+xml"/>
  <Override PartName="/ppt/slideMasters/slideMaster21.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18.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5.xml" ContentType="application/vnd.openxmlformats-officedocument.presentationml.slideMaster+xml"/>
  <Override PartName="/ppt/slideMasters/_rels/slideMaster26.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6.xml.rels" ContentType="application/vnd.openxmlformats-package.relationships+xml"/>
  <Override PartName="/ppt/slideMasters/_rels/slideMaster5.xml.rels" ContentType="application/vnd.openxmlformats-package.relationships+xml"/>
  <Override PartName="/ppt/slideMasters/_rels/slideMaster17.xml.rels" ContentType="application/vnd.openxmlformats-package.relationships+xml"/>
  <Override PartName="/ppt/slideMasters/_rels/slideMaster6.xml.rels" ContentType="application/vnd.openxmlformats-package.relationships+xml"/>
  <Override PartName="/ppt/slideMasters/_rels/slideMaster18.xml.rels" ContentType="application/vnd.openxmlformats-package.relationships+xml"/>
  <Override PartName="/ppt/slideMasters/_rels/slideMaster20.xml.rels" ContentType="application/vnd.openxmlformats-package.relationships+xml"/>
  <Override PartName="/ppt/slideMasters/_rels/slideMaster7.xml.rels" ContentType="application/vnd.openxmlformats-package.relationships+xml"/>
  <Override PartName="/ppt/slideMasters/_rels/slideMaster19.xml.rels" ContentType="application/vnd.openxmlformats-package.relationships+xml"/>
  <Override PartName="/ppt/slideMasters/_rels/slideMaster21.xml.rels" ContentType="application/vnd.openxmlformats-package.relationships+xml"/>
  <Override PartName="/ppt/slideMasters/_rels/slideMaster8.xml.rels" ContentType="application/vnd.openxmlformats-package.relationships+xml"/>
  <Override PartName="/ppt/slideMasters/_rels/slideMaster11.xml.rels" ContentType="application/vnd.openxmlformats-package.relationships+xml"/>
  <Override PartName="/ppt/slideMasters/_rels/slideMaster23.xml.rels" ContentType="application/vnd.openxmlformats-package.relationships+xml"/>
  <Override PartName="/ppt/slideMasters/_rels/slideMaster10.xml.rels" ContentType="application/vnd.openxmlformats-package.relationships+xml"/>
  <Override PartName="/ppt/slideMasters/_rels/slideMaster28.xml.rels" ContentType="application/vnd.openxmlformats-package.relationships+xml"/>
  <Override PartName="/ppt/slideMasters/_rels/slideMaster27.xml.rels" ContentType="application/vnd.openxmlformats-package.relationships+xml"/>
  <Override PartName="/ppt/slideMasters/_rels/slideMaster22.xml.rels" ContentType="application/vnd.openxmlformats-package.relationships+xml"/>
  <Override PartName="/ppt/slideMasters/_rels/slideMaster9.xml.rels" ContentType="application/vnd.openxmlformats-package.relationships+xml"/>
  <Override PartName="/ppt/slideMasters/_rels/slideMaster2.xml.rels" ContentType="application/vnd.openxmlformats-package.relationships+xml"/>
  <Override PartName="/ppt/slideMasters/_rels/slideMaster13.xml.rels" ContentType="application/vnd.openxmlformats-package.relationships+xml"/>
  <Override PartName="/ppt/slideMasters/_rels/slideMaster25.xml.rels" ContentType="application/vnd.openxmlformats-package.relationships+xml"/>
  <Override PartName="/ppt/slideMasters/_rels/slideMaster24.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slideMaster14.xml" ContentType="application/vnd.openxmlformats-officedocument.presentationml.slideMaster+xml"/>
  <Override PartName="/ppt/slideMasters/slideMaster1.xml" ContentType="application/vnd.openxmlformats-officedocument.presentationml.slideMaster+xml"/>
  <Override PartName="/ppt/slideMasters/slideMaster26.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8.xml" ContentType="application/vnd.openxmlformats-officedocument.theme+xml"/>
  <Override PartName="/ppt/theme/theme16.xml" ContentType="application/vnd.openxmlformats-officedocument.theme+xml"/>
  <Override PartName="/ppt/theme/theme27.xml" ContentType="application/vnd.openxmlformats-officedocument.theme+xml"/>
  <Override PartName="/ppt/theme/theme26.xml" ContentType="application/vnd.openxmlformats-officedocument.theme+xml"/>
  <Override PartName="/ppt/theme/theme25.xml" ContentType="application/vnd.openxmlformats-officedocument.theme+xml"/>
  <Override PartName="/ppt/theme/theme24.xml" ContentType="application/vnd.openxmlformats-officedocument.theme+xml"/>
  <Override PartName="/ppt/theme/theme23.xml" ContentType="application/vnd.openxmlformats-officedocument.theme+xml"/>
  <Override PartName="/ppt/theme/theme22.xml" ContentType="application/vnd.openxmlformats-officedocument.theme+xml"/>
  <Override PartName="/ppt/theme/theme21.xml" ContentType="application/vnd.openxmlformats-officedocument.theme+xml"/>
  <Override PartName="/ppt/theme/theme19.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2.xml.rels" ContentType="application/vnd.openxmlformats-package.relationships+xml"/>
  <Override PartName="/ppt/slideLayouts/_rels/slideLayout22.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8.xml.rels" ContentType="application/vnd.openxmlformats-package.relationships+xml"/>
  <Override PartName="/ppt/slideLayouts/_rels/slideLayout28.xml.rels" ContentType="application/vnd.openxmlformats-package.relationships+xml"/>
  <Override PartName="/ppt/slideLayouts/_rels/slideLayout10.xml.rels" ContentType="application/vnd.openxmlformats-package.relationships+xml"/>
  <Override PartName="/ppt/slideLayouts/_rels/slideLayout7.xml.rels" ContentType="application/vnd.openxmlformats-package.relationships+xml"/>
  <Override PartName="/ppt/slideLayouts/_rels/slideLayout27.xml.rels" ContentType="application/vnd.openxmlformats-package.relationships+xml"/>
  <Override PartName="/ppt/slideLayouts/_rels/slideLayout6.xml.rels" ContentType="application/vnd.openxmlformats-package.relationships+xml"/>
  <Override PartName="/ppt/slideLayouts/_rels/slideLayout26.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9.jpeg" ContentType="image/jpeg"/>
  <Override PartName="/ppt/media/image12.jpeg" ContentType="image/jpeg"/>
  <Override PartName="/ppt/media/image15.jpeg" ContentType="image/jpeg"/>
  <Override PartName="/ppt/media/image14.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1.png" ContentType="image/png"/>
  <Override PartName="/ppt/media/image6.jpeg" ContentType="image/jpeg"/>
  <Override PartName="/ppt/media/image10.jpeg" ContentType="image/jpeg"/>
  <Override PartName="/ppt/media/image7.jpeg" ContentType="image/jpeg"/>
  <Override PartName="/ppt/media/image11.jpeg" ContentType="image/jpeg"/>
  <Override PartName="/ppt/media/image8.jpeg" ContentType="image/jpeg"/>
  <Override PartName="/ppt/media/image13.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Lst>
  <p:sldIdLst>
    <p:sldId id="256" r:id="rId30"/>
    <p:sldId id="257" r:id="rId31"/>
    <p:sldId id="258" r:id="rId32"/>
    <p:sldId id="259" r:id="rId33"/>
    <p:sldId id="260" r:id="rId34"/>
    <p:sldId id="261" r:id="rId35"/>
    <p:sldId id="262" r:id="rId36"/>
    <p:sldId id="263" r:id="rId37"/>
    <p:sldId id="264" r:id="rId38"/>
    <p:sldId id="265" r:id="rId39"/>
    <p:sldId id="266" r:id="rId40"/>
    <p:sldId id="267" r:id="rId41"/>
    <p:sldId id="268" r:id="rId42"/>
    <p:sldId id="269" r:id="rId43"/>
    <p:sldId id="270" r:id="rId44"/>
    <p:sldId id="271" r:id="rId45"/>
    <p:sldId id="272" r:id="rId46"/>
    <p:sldId id="273" r:id="rId47"/>
    <p:sldId id="274" r:id="rId48"/>
    <p:sldId id="275" r:id="rId49"/>
    <p:sldId id="276" r:id="rId50"/>
    <p:sldId id="277" r:id="rId51"/>
    <p:sldId id="278" r:id="rId52"/>
    <p:sldId id="279" r:id="rId5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1.xml"/><Relationship Id="rId23" Type="http://schemas.openxmlformats.org/officeDocument/2006/relationships/slideMaster" Target="slideMasters/slideMaster22.xml"/><Relationship Id="rId24" Type="http://schemas.openxmlformats.org/officeDocument/2006/relationships/slideMaster" Target="slideMasters/slideMaster23.xml"/><Relationship Id="rId25" Type="http://schemas.openxmlformats.org/officeDocument/2006/relationships/slideMaster" Target="slideMasters/slideMaster24.xml"/><Relationship Id="rId26" Type="http://schemas.openxmlformats.org/officeDocument/2006/relationships/slideMaster" Target="slideMasters/slideMaster25.xml"/><Relationship Id="rId27" Type="http://schemas.openxmlformats.org/officeDocument/2006/relationships/slideMaster" Target="slideMasters/slideMaster26.xml"/><Relationship Id="rId28" Type="http://schemas.openxmlformats.org/officeDocument/2006/relationships/slideMaster" Target="slideMasters/slideMaster27.xml"/><Relationship Id="rId29" Type="http://schemas.openxmlformats.org/officeDocument/2006/relationships/slideMaster" Target="slideMasters/slideMaster28.xml"/><Relationship Id="rId30" Type="http://schemas.openxmlformats.org/officeDocument/2006/relationships/slide" Target="slides/slide1.xml"/><Relationship Id="rId31"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39" Type="http://schemas.openxmlformats.org/officeDocument/2006/relationships/slide" Target="slides/slide10.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17.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6.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7.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015800" y="813240"/>
            <a:ext cx="4414320" cy="9601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 name="PlaceHolder 2"/>
          <p:cNvSpPr>
            <a:spLocks noGrp="1"/>
          </p:cNvSpPr>
          <p:nvPr>
            <p:ph type="subTitle"/>
          </p:nvPr>
        </p:nvSpPr>
        <p:spPr>
          <a:xfrm>
            <a:off x="0" y="0"/>
            <a:ext cx="3097800" cy="51433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31" name="PlaceHolder 1"/>
          <p:cNvSpPr>
            <a:spLocks noGrp="1"/>
          </p:cNvSpPr>
          <p:nvPr>
            <p:ph type="title"/>
          </p:nvPr>
        </p:nvSpPr>
        <p:spPr>
          <a:xfrm>
            <a:off x="4015800" y="813240"/>
            <a:ext cx="4414320" cy="9601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2" name="PlaceHolder 2"/>
          <p:cNvSpPr>
            <a:spLocks noGrp="1"/>
          </p:cNvSpPr>
          <p:nvPr>
            <p:ph/>
          </p:nvPr>
        </p:nvSpPr>
        <p:spPr>
          <a:xfrm>
            <a:off x="0" y="0"/>
            <a:ext cx="3097800" cy="514332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35" name="PlaceHolder 1"/>
          <p:cNvSpPr>
            <a:spLocks noGrp="1"/>
          </p:cNvSpPr>
          <p:nvPr>
            <p:ph type="title"/>
          </p:nvPr>
        </p:nvSpPr>
        <p:spPr>
          <a:xfrm>
            <a:off x="4015800" y="813240"/>
            <a:ext cx="4414320" cy="9601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
        <p:nvSpPr>
          <p:cNvPr id="36" name="PlaceHolder 2"/>
          <p:cNvSpPr>
            <a:spLocks noGrp="1"/>
          </p:cNvSpPr>
          <p:nvPr>
            <p:ph/>
          </p:nvPr>
        </p:nvSpPr>
        <p:spPr>
          <a:xfrm>
            <a:off x="0" y="0"/>
            <a:ext cx="1511640" cy="514332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
        <p:nvSpPr>
          <p:cNvPr id="37" name="PlaceHolder 3"/>
          <p:cNvSpPr>
            <a:spLocks noGrp="1"/>
          </p:cNvSpPr>
          <p:nvPr>
            <p:ph/>
          </p:nvPr>
        </p:nvSpPr>
        <p:spPr>
          <a:xfrm>
            <a:off x="1587600" y="0"/>
            <a:ext cx="1511640" cy="5143320"/>
          </a:xfrm>
          <a:prstGeom prst="rect">
            <a:avLst/>
          </a:prstGeom>
          <a:noFill/>
          <a:ln w="0">
            <a:noFill/>
          </a:ln>
        </p:spPr>
        <p:txBody>
          <a:bodyPr lIns="0" rIns="0" tIns="0" bIns="0" anchor="t">
            <a:normAutofit/>
          </a:bodyPr>
          <a:p>
            <a:pPr indent="0">
              <a:spcBef>
                <a:spcPts val="1417"/>
              </a:spcBef>
              <a:buNone/>
            </a:pPr>
            <a:endParaRPr b="0" lang="fr-FR" sz="1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39" name="PlaceHolder 1"/>
          <p:cNvSpPr>
            <a:spLocks noGrp="1"/>
          </p:cNvSpPr>
          <p:nvPr>
            <p:ph type="title"/>
          </p:nvPr>
        </p:nvSpPr>
        <p:spPr>
          <a:xfrm>
            <a:off x="4015800" y="813240"/>
            <a:ext cx="4414320" cy="960120"/>
          </a:xfrm>
          <a:prstGeom prst="rect">
            <a:avLst/>
          </a:prstGeom>
          <a:noFill/>
          <a:ln w="0">
            <a:noFill/>
          </a:ln>
        </p:spPr>
        <p:txBody>
          <a:bodyPr lIns="0" rIns="0" tIns="0" bIns="0" anchor="ctr">
            <a:noAutofit/>
          </a:bodyPr>
          <a:p>
            <a:pPr indent="0">
              <a:buNone/>
            </a:pPr>
            <a:endParaRPr b="0" lang="fr-FR" sz="1800" spc="-1" strike="noStrike">
              <a:solidFill>
                <a:schemeClr val="dk1"/>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hyperlink" Target="https://bit.ly/3A1uf1Q" TargetMode="External"/><Relationship Id="rId3" Type="http://schemas.openxmlformats.org/officeDocument/2006/relationships/hyperlink" Target="http://bit.ly/2TtBDfr" TargetMode="External"/><Relationship Id="rId4"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
</Relationships>
</file>

<file path=ppt/slideMasters/_rels/slideMaster21.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png"/><Relationship Id="rId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4.xml"/><Relationship Id="rId2"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25.xml"/><Relationship Id="rId2" Type="http://schemas.openxmlformats.org/officeDocument/2006/relationships/slideLayout" Target="../slideLayouts/slideLayout25.xml"/>
</Relationships>
</file>

<file path=ppt/slideMasters/_rels/slideMaster26.xml.rels><?xml version="1.0" encoding="UTF-8"?>
<Relationships xmlns="http://schemas.openxmlformats.org/package/2006/relationships"><Relationship Id="rId1" Type="http://schemas.openxmlformats.org/officeDocument/2006/relationships/theme" Target="../theme/theme26.xml"/><Relationship Id="rId2" Type="http://schemas.openxmlformats.org/officeDocument/2006/relationships/slideLayout" Target="../slideLayouts/slideLayout26.xml"/>
</Relationships>
</file>

<file path=ppt/slideMasters/_rels/slideMaster27.xml.rels><?xml version="1.0" encoding="UTF-8"?>
<Relationships xmlns="http://schemas.openxmlformats.org/package/2006/relationships"><Relationship Id="rId1" Type="http://schemas.openxmlformats.org/officeDocument/2006/relationships/theme" Target="../theme/theme27.xml"/><Relationship Id="rId2" Type="http://schemas.openxmlformats.org/officeDocument/2006/relationships/slideLayout" Target="../slideLayouts/slideLayout27.xml"/>
</Relationships>
</file>

<file path=ppt/slideMasters/_rels/slideMaster28.xml.rels><?xml version="1.0" encoding="UTF-8"?>
<Relationships xmlns="http://schemas.openxmlformats.org/package/2006/relationships"><Relationship Id="rId1" Type="http://schemas.openxmlformats.org/officeDocument/2006/relationships/theme" Target="../theme/theme28.xml"/><Relationship Id="rId2" Type="http://schemas.openxmlformats.org/officeDocument/2006/relationships/slideLayout" Target="../slideLayouts/slideLayout2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body"/>
          </p:nvPr>
        </p:nvSpPr>
        <p:spPr>
          <a:xfrm>
            <a:off x="5702760" y="0"/>
            <a:ext cx="366948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1" name="PlaceHolder 2"/>
          <p:cNvSpPr>
            <a:spLocks noGrp="1"/>
          </p:cNvSpPr>
          <p:nvPr>
            <p:ph type="title"/>
          </p:nvPr>
        </p:nvSpPr>
        <p:spPr>
          <a:xfrm>
            <a:off x="487440" y="1436400"/>
            <a:ext cx="4705920" cy="1715400"/>
          </a:xfrm>
          <a:prstGeom prst="rect">
            <a:avLst/>
          </a:prstGeom>
          <a:noFill/>
          <a:ln w="0">
            <a:noFill/>
          </a:ln>
        </p:spPr>
        <p:txBody>
          <a:bodyPr lIns="91440" rIns="91440" tIns="91440" bIns="91440" anchor="b">
            <a:noAutofit/>
          </a:bodyPr>
          <a:p>
            <a:pPr indent="0">
              <a:buNone/>
            </a:pPr>
            <a:r>
              <a:rPr b="0" lang="fr-FR" sz="4800" spc="-1" strike="noStrike">
                <a:solidFill>
                  <a:schemeClr val="dk1"/>
                </a:solidFill>
                <a:latin typeface="Arial"/>
              </a:rPr>
              <a:t>Click to edit the title text format</a:t>
            </a:r>
            <a:endParaRPr b="0" lang="fr-FR" sz="48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1284120" y="1953000"/>
            <a:ext cx="4454280" cy="799200"/>
          </a:xfrm>
          <a:prstGeom prst="rect">
            <a:avLst/>
          </a:prstGeom>
          <a:noFill/>
          <a:ln w="0">
            <a:noFill/>
          </a:ln>
        </p:spPr>
        <p:txBody>
          <a:bodyPr lIns="91440" rIns="91440" tIns="91440" bIns="91440" anchor="b">
            <a:noAutofit/>
          </a:bodyPr>
          <a:p>
            <a:pPr indent="0">
              <a:lnSpc>
                <a:spcPct val="100000"/>
              </a:lnSpc>
              <a:buNone/>
            </a:pPr>
            <a:r>
              <a:rPr b="0" lang="fr-FR" sz="6000" spc="-1" strike="noStrike">
                <a:solidFill>
                  <a:schemeClr val="dk1"/>
                </a:solidFill>
                <a:latin typeface="Syncopate"/>
                <a:ea typeface="Syncopate"/>
              </a:rPr>
              <a:t>xx%</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932200" y="444960"/>
            <a:ext cx="5395320" cy="66492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6" name="PlaceHolder 2"/>
          <p:cNvSpPr>
            <a:spLocks noGrp="1"/>
          </p:cNvSpPr>
          <p:nvPr>
            <p:ph type="title"/>
          </p:nvPr>
        </p:nvSpPr>
        <p:spPr>
          <a:xfrm>
            <a:off x="3428640" y="1499040"/>
            <a:ext cx="816840" cy="40356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lt1"/>
                </a:solidFill>
                <a:latin typeface="Syncopate"/>
                <a:ea typeface="Syncopate"/>
              </a:rPr>
              <a:t>xx%</a:t>
            </a:r>
            <a:endParaRPr b="0" lang="fr-FR" sz="2000" spc="-1" strike="noStrike">
              <a:solidFill>
                <a:schemeClr val="dk1"/>
              </a:solidFill>
              <a:latin typeface="Arial"/>
            </a:endParaRPr>
          </a:p>
        </p:txBody>
      </p:sp>
      <p:sp>
        <p:nvSpPr>
          <p:cNvPr id="7" name="PlaceHolder 3"/>
          <p:cNvSpPr>
            <a:spLocks noGrp="1"/>
          </p:cNvSpPr>
          <p:nvPr>
            <p:ph type="title"/>
          </p:nvPr>
        </p:nvSpPr>
        <p:spPr>
          <a:xfrm>
            <a:off x="3428640" y="2553480"/>
            <a:ext cx="816840" cy="40356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lt1"/>
                </a:solidFill>
                <a:latin typeface="Syncopate"/>
                <a:ea typeface="Syncopate"/>
              </a:rPr>
              <a:t>xx%</a:t>
            </a:r>
            <a:endParaRPr b="0" lang="fr-FR" sz="2000" spc="-1" strike="noStrike">
              <a:solidFill>
                <a:schemeClr val="dk1"/>
              </a:solidFill>
              <a:latin typeface="Arial"/>
            </a:endParaRPr>
          </a:p>
        </p:txBody>
      </p:sp>
      <p:sp>
        <p:nvSpPr>
          <p:cNvPr id="8" name="PlaceHolder 4"/>
          <p:cNvSpPr>
            <a:spLocks noGrp="1"/>
          </p:cNvSpPr>
          <p:nvPr>
            <p:ph type="title"/>
          </p:nvPr>
        </p:nvSpPr>
        <p:spPr>
          <a:xfrm>
            <a:off x="3428640" y="3607920"/>
            <a:ext cx="816840" cy="403560"/>
          </a:xfrm>
          <a:prstGeom prst="rect">
            <a:avLst/>
          </a:prstGeom>
          <a:noFill/>
          <a:ln w="0">
            <a:noFill/>
          </a:ln>
        </p:spPr>
        <p:txBody>
          <a:bodyPr lIns="91440" rIns="91440" tIns="91440" bIns="91440" anchor="ctr">
            <a:noAutofit/>
          </a:bodyPr>
          <a:p>
            <a:pPr indent="0" algn="ctr">
              <a:lnSpc>
                <a:spcPct val="100000"/>
              </a:lnSpc>
              <a:buNone/>
            </a:pPr>
            <a:r>
              <a:rPr b="0" lang="fr-FR" sz="2000" spc="-1" strike="noStrike">
                <a:solidFill>
                  <a:schemeClr val="lt1"/>
                </a:solidFill>
                <a:latin typeface="Syncopate"/>
                <a:ea typeface="Syncopate"/>
              </a:rPr>
              <a:t>xx%</a:t>
            </a:r>
            <a:endParaRPr b="0" lang="fr-FR" sz="2000" spc="-1" strike="noStrike">
              <a:solidFill>
                <a:schemeClr val="dk1"/>
              </a:solidFill>
              <a:latin typeface="Arial"/>
            </a:endParaRPr>
          </a:p>
        </p:txBody>
      </p:sp>
      <p:sp>
        <p:nvSpPr>
          <p:cNvPr id="9" name="PlaceHolder 5"/>
          <p:cNvSpPr>
            <a:spLocks noGrp="1"/>
          </p:cNvSpPr>
          <p:nvPr>
            <p:ph type="body"/>
          </p:nvPr>
        </p:nvSpPr>
        <p:spPr>
          <a:xfrm>
            <a:off x="360" y="0"/>
            <a:ext cx="3405600" cy="5143320"/>
          </a:xfrm>
          <a:prstGeom prst="rect">
            <a:avLst/>
          </a:prstGeom>
          <a:noFill/>
          <a:ln w="0">
            <a:noFill/>
          </a:ln>
        </p:spPr>
        <p:txBody>
          <a:bodyPr lIns="90000" rIns="90000" tIns="45000" bIns="45000" anchor="t">
            <a:normAutofit fontScale="93333"/>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71316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713160" y="444960"/>
            <a:ext cx="774432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body"/>
          </p:nvPr>
        </p:nvSpPr>
        <p:spPr>
          <a:xfrm>
            <a:off x="3786840" y="1963440"/>
            <a:ext cx="4653720" cy="22179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13" name="PlaceHolder 2"/>
          <p:cNvSpPr>
            <a:spLocks noGrp="1"/>
          </p:cNvSpPr>
          <p:nvPr>
            <p:ph type="title"/>
          </p:nvPr>
        </p:nvSpPr>
        <p:spPr>
          <a:xfrm>
            <a:off x="3405960" y="444960"/>
            <a:ext cx="4653720" cy="101088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4" name="PlaceHolder 3"/>
          <p:cNvSpPr>
            <a:spLocks noGrp="1"/>
          </p:cNvSpPr>
          <p:nvPr>
            <p:ph type="body"/>
          </p:nvPr>
        </p:nvSpPr>
        <p:spPr>
          <a:xfrm>
            <a:off x="0" y="0"/>
            <a:ext cx="3067920" cy="5143320"/>
          </a:xfrm>
          <a:prstGeom prst="rect">
            <a:avLst/>
          </a:prstGeom>
          <a:noFill/>
          <a:ln w="0">
            <a:noFill/>
          </a:ln>
        </p:spPr>
        <p:txBody>
          <a:bodyPr lIns="90000" rIns="90000" tIns="45000" bIns="45000" anchor="t">
            <a:normAutofit fontScale="68333"/>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13160" y="794520"/>
            <a:ext cx="7717320" cy="698040"/>
          </a:xfrm>
          <a:prstGeom prst="rect">
            <a:avLst/>
          </a:prstGeom>
          <a:noFill/>
          <a:ln w="0">
            <a:noFill/>
          </a:ln>
        </p:spPr>
        <p:txBody>
          <a:bodyPr lIns="91440" rIns="91440" tIns="91440" bIns="91440" anchor="t">
            <a:noAutofit/>
          </a:bodyPr>
          <a:p>
            <a:pPr indent="0">
              <a:buNone/>
            </a:pPr>
            <a:r>
              <a:rPr b="0" lang="fr-FR" sz="4000" spc="-1" strike="noStrike">
                <a:solidFill>
                  <a:schemeClr val="dk1"/>
                </a:solidFill>
                <a:latin typeface="Arial"/>
              </a:rPr>
              <a:t>Click to edit the title text format</a:t>
            </a:r>
            <a:endParaRPr b="0" lang="fr-FR" sz="4000" spc="-1" strike="noStrike">
              <a:solidFill>
                <a:schemeClr val="dk1"/>
              </a:solidFill>
              <a:latin typeface="Arial"/>
            </a:endParaRPr>
          </a:p>
        </p:txBody>
      </p:sp>
      <p:sp>
        <p:nvSpPr>
          <p:cNvPr id="16" name="PlaceHolder 2"/>
          <p:cNvSpPr>
            <a:spLocks noGrp="1"/>
          </p:cNvSpPr>
          <p:nvPr>
            <p:ph type="body"/>
          </p:nvPr>
        </p:nvSpPr>
        <p:spPr>
          <a:xfrm>
            <a:off x="3352680" y="2398680"/>
            <a:ext cx="5077800" cy="19501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3405960" y="444960"/>
            <a:ext cx="47242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18" name="PlaceHolder 2"/>
          <p:cNvSpPr>
            <a:spLocks noGrp="1"/>
          </p:cNvSpPr>
          <p:nvPr>
            <p:ph type="body"/>
          </p:nvPr>
        </p:nvSpPr>
        <p:spPr>
          <a:xfrm>
            <a:off x="0" y="0"/>
            <a:ext cx="3097800" cy="5143320"/>
          </a:xfrm>
          <a:prstGeom prst="rect">
            <a:avLst/>
          </a:prstGeom>
          <a:noFill/>
          <a:ln w="0">
            <a:noFill/>
          </a:ln>
        </p:spPr>
        <p:txBody>
          <a:bodyPr lIns="90000" rIns="90000" tIns="45000" bIns="45000" anchor="t">
            <a:normAutofit fontScale="75000" lnSpcReduction="20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1316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738720" y="1234440"/>
            <a:ext cx="3759120" cy="754200"/>
          </a:xfrm>
          <a:prstGeom prst="rect">
            <a:avLst/>
          </a:prstGeom>
          <a:noFill/>
          <a:ln w="0">
            <a:noFill/>
          </a:ln>
        </p:spPr>
        <p:txBody>
          <a:bodyPr lIns="91440" rIns="91440" tIns="91440" bIns="91440" anchor="b">
            <a:noAutofit/>
          </a:bodyPr>
          <a:p>
            <a:pPr indent="0">
              <a:lnSpc>
                <a:spcPct val="100000"/>
              </a:lnSpc>
              <a:buNone/>
            </a:pPr>
            <a:r>
              <a:rPr b="0" lang="fr-FR" sz="3900" spc="-1" strike="noStrike">
                <a:solidFill>
                  <a:schemeClr val="dk1"/>
                </a:solidFill>
                <a:latin typeface="Syncopate"/>
                <a:ea typeface="Syncopate"/>
              </a:rPr>
              <a:t>xx%</a:t>
            </a:r>
            <a:endParaRPr b="0" lang="fr-FR" sz="3900" spc="-1" strike="noStrike">
              <a:solidFill>
                <a:schemeClr val="dk1"/>
              </a:solidFill>
              <a:latin typeface="Arial"/>
            </a:endParaRPr>
          </a:p>
        </p:txBody>
      </p:sp>
      <p:sp>
        <p:nvSpPr>
          <p:cNvPr id="21" name="PlaceHolder 2"/>
          <p:cNvSpPr>
            <a:spLocks noGrp="1"/>
          </p:cNvSpPr>
          <p:nvPr>
            <p:ph type="title"/>
          </p:nvPr>
        </p:nvSpPr>
        <p:spPr>
          <a:xfrm>
            <a:off x="738720" y="2921400"/>
            <a:ext cx="3759120" cy="754200"/>
          </a:xfrm>
          <a:prstGeom prst="rect">
            <a:avLst/>
          </a:prstGeom>
          <a:noFill/>
          <a:ln w="0">
            <a:noFill/>
          </a:ln>
        </p:spPr>
        <p:txBody>
          <a:bodyPr lIns="91440" rIns="91440" tIns="91440" bIns="91440" anchor="b">
            <a:noAutofit/>
          </a:bodyPr>
          <a:p>
            <a:pPr indent="0">
              <a:lnSpc>
                <a:spcPct val="100000"/>
              </a:lnSpc>
              <a:buNone/>
            </a:pPr>
            <a:r>
              <a:rPr b="0" lang="fr-FR" sz="3900" spc="-1" strike="noStrike">
                <a:solidFill>
                  <a:schemeClr val="dk1"/>
                </a:solidFill>
                <a:latin typeface="Syncopate"/>
                <a:ea typeface="Syncopate"/>
              </a:rPr>
              <a:t>xx%</a:t>
            </a:r>
            <a:endParaRPr b="0" lang="fr-FR" sz="3900" spc="-1" strike="noStrike">
              <a:solidFill>
                <a:schemeClr val="dk1"/>
              </a:solidFill>
              <a:latin typeface="Arial"/>
            </a:endParaRPr>
          </a:p>
        </p:txBody>
      </p:sp>
      <p:sp>
        <p:nvSpPr>
          <p:cNvPr id="22" name="PlaceHolder 3"/>
          <p:cNvSpPr>
            <a:spLocks noGrp="1"/>
          </p:cNvSpPr>
          <p:nvPr>
            <p:ph type="body"/>
          </p:nvPr>
        </p:nvSpPr>
        <p:spPr>
          <a:xfrm>
            <a:off x="5569200" y="0"/>
            <a:ext cx="35744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84440" y="1832400"/>
            <a:ext cx="4359600" cy="1406160"/>
          </a:xfrm>
          <a:prstGeom prst="rect">
            <a:avLst/>
          </a:prstGeom>
          <a:noFill/>
          <a:ln w="0">
            <a:noFill/>
          </a:ln>
        </p:spPr>
        <p:txBody>
          <a:bodyPr lIns="91440" rIns="91440" tIns="91440" bIns="91440" anchor="b">
            <a:noAutofit/>
          </a:bodyPr>
          <a:p>
            <a:pPr indent="0">
              <a:buNone/>
            </a:pPr>
            <a:r>
              <a:rPr b="0" lang="fr-FR" sz="3900" spc="-1" strike="noStrike">
                <a:solidFill>
                  <a:schemeClr val="dk1"/>
                </a:solidFill>
                <a:latin typeface="Arial"/>
              </a:rPr>
              <a:t>Click to edit the title text format</a:t>
            </a:r>
            <a:endParaRPr b="0" lang="fr-FR" sz="3900" spc="-1" strike="noStrike">
              <a:solidFill>
                <a:schemeClr val="dk1"/>
              </a:solidFill>
              <a:latin typeface="Arial"/>
            </a:endParaRPr>
          </a:p>
        </p:txBody>
      </p:sp>
      <p:sp>
        <p:nvSpPr>
          <p:cNvPr id="24" name="PlaceHolder 2"/>
          <p:cNvSpPr>
            <a:spLocks noGrp="1"/>
          </p:cNvSpPr>
          <p:nvPr>
            <p:ph type="title"/>
          </p:nvPr>
        </p:nvSpPr>
        <p:spPr>
          <a:xfrm>
            <a:off x="4236480" y="636480"/>
            <a:ext cx="1281960" cy="828000"/>
          </a:xfrm>
          <a:prstGeom prst="rect">
            <a:avLst/>
          </a:prstGeom>
          <a:noFill/>
          <a:ln w="0">
            <a:noFill/>
          </a:ln>
        </p:spPr>
        <p:txBody>
          <a:bodyPr lIns="91440" rIns="91440" tIns="91440" bIns="91440" anchor="ctr">
            <a:noAutofit/>
          </a:bodyPr>
          <a:p>
            <a:pPr indent="0">
              <a:lnSpc>
                <a:spcPct val="100000"/>
              </a:lnSpc>
              <a:buNone/>
            </a:pPr>
            <a:r>
              <a:rPr b="0" lang="fr-FR" sz="4300" spc="-1" strike="noStrike">
                <a:solidFill>
                  <a:schemeClr val="dk1"/>
                </a:solidFill>
                <a:latin typeface="Syncopate"/>
                <a:ea typeface="Syncopate"/>
              </a:rPr>
              <a:t>xx%</a:t>
            </a:r>
            <a:endParaRPr b="0" lang="fr-FR" sz="4300" spc="-1" strike="noStrike">
              <a:solidFill>
                <a:schemeClr val="dk1"/>
              </a:solidFill>
              <a:latin typeface="Arial"/>
            </a:endParaRPr>
          </a:p>
        </p:txBody>
      </p:sp>
      <p:sp>
        <p:nvSpPr>
          <p:cNvPr id="25" name="PlaceHolder 3"/>
          <p:cNvSpPr>
            <a:spLocks noGrp="1"/>
          </p:cNvSpPr>
          <p:nvPr>
            <p:ph type="body"/>
          </p:nvPr>
        </p:nvSpPr>
        <p:spPr>
          <a:xfrm>
            <a:off x="5372640" y="0"/>
            <a:ext cx="377100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015800" y="813240"/>
            <a:ext cx="4414320" cy="960120"/>
          </a:xfrm>
          <a:prstGeom prst="rect">
            <a:avLst/>
          </a:prstGeom>
          <a:noFill/>
          <a:ln w="0">
            <a:noFill/>
          </a:ln>
        </p:spPr>
        <p:txBody>
          <a:bodyPr lIns="91440" rIns="91440" tIns="91440" bIns="91440" anchor="b">
            <a:noAutofit/>
          </a:bodyPr>
          <a:p>
            <a:pPr indent="0">
              <a:buNone/>
            </a:pPr>
            <a:r>
              <a:rPr b="0" lang="fr-FR" sz="5800" spc="-1" strike="noStrike">
                <a:solidFill>
                  <a:schemeClr val="dk1"/>
                </a:solidFill>
                <a:latin typeface="Arial"/>
              </a:rPr>
              <a:t>Click to edit the title text format</a:t>
            </a:r>
            <a:endParaRPr b="0" lang="fr-FR" sz="5800" spc="-1" strike="noStrike">
              <a:solidFill>
                <a:schemeClr val="dk1"/>
              </a:solidFill>
              <a:latin typeface="Arial"/>
            </a:endParaRPr>
          </a:p>
        </p:txBody>
      </p:sp>
      <p:sp>
        <p:nvSpPr>
          <p:cNvPr id="27" name="PlaceHolder 2"/>
          <p:cNvSpPr>
            <a:spLocks noGrp="1"/>
          </p:cNvSpPr>
          <p:nvPr>
            <p:ph type="body"/>
          </p:nvPr>
        </p:nvSpPr>
        <p:spPr>
          <a:xfrm>
            <a:off x="0" y="0"/>
            <a:ext cx="3097800" cy="5143320"/>
          </a:xfrm>
          <a:prstGeom prst="rect">
            <a:avLst/>
          </a:prstGeom>
          <a:noFill/>
          <a:ln w="0">
            <a:noFill/>
          </a:ln>
        </p:spPr>
        <p:txBody>
          <a:bodyPr lIns="90000" rIns="90000" tIns="45000" bIns="45000" anchor="t">
            <a:normAutofit fontScale="75000" lnSpcReduction="20000"/>
          </a:bodyPr>
          <a:p>
            <a:pPr marL="432000" indent="-324000">
              <a:spcBef>
                <a:spcPts val="1417"/>
              </a:spcBef>
              <a:buClr>
                <a:srgbClr val="ffffff"/>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28" name="Google Shape;104;p21"/>
          <p:cNvSpPr/>
          <p:nvPr/>
        </p:nvSpPr>
        <p:spPr>
          <a:xfrm>
            <a:off x="4258080" y="3477960"/>
            <a:ext cx="4172400" cy="702360"/>
          </a:xfrm>
          <a:prstGeom prst="rect">
            <a:avLst/>
          </a:prstGeom>
          <a:noFill/>
          <a:ln w="0">
            <a:noFill/>
          </a:ln>
        </p:spPr>
        <p:style>
          <a:lnRef idx="0"/>
          <a:fillRef idx="0"/>
          <a:effectRef idx="0"/>
          <a:fontRef idx="minor"/>
        </p:style>
        <p:txBody>
          <a:bodyPr tIns="91440" bIns="91440" anchor="t">
            <a:noAutofit/>
          </a:bodyPr>
          <a:p>
            <a:pPr algn="r" defTabSz="914400">
              <a:lnSpc>
                <a:spcPct val="100000"/>
              </a:lnSpc>
              <a:tabLst>
                <a:tab algn="l" pos="0"/>
              </a:tabLst>
            </a:pPr>
            <a:r>
              <a:rPr b="0" lang="en" sz="1200" spc="-1" strike="noStrike">
                <a:solidFill>
                  <a:schemeClr val="lt1"/>
                </a:solidFill>
                <a:latin typeface="Cabin"/>
                <a:ea typeface="Cabin"/>
              </a:rPr>
              <a:t>CREDITS: This presentation template was created by </a:t>
            </a:r>
            <a:r>
              <a:rPr b="0" lang="en" sz="1200" spc="-1" strike="noStrike" u="sng">
                <a:solidFill>
                  <a:schemeClr val="lt1"/>
                </a:solidFill>
                <a:uFillTx/>
                <a:latin typeface="Cabin Medium"/>
                <a:ea typeface="Cabin Medium"/>
                <a:hlinkClick r:id="rId2"/>
              </a:rPr>
              <a:t>Slidesgo</a:t>
            </a:r>
            <a:r>
              <a:rPr b="0" lang="en" sz="1200" spc="-1" strike="noStrike">
                <a:solidFill>
                  <a:schemeClr val="lt1"/>
                </a:solidFill>
                <a:latin typeface="Cabin"/>
                <a:ea typeface="Cabin"/>
              </a:rPr>
              <a:t>, and includes icons, infographics &amp; images by</a:t>
            </a:r>
            <a:r>
              <a:rPr b="0" lang="en" sz="1200" spc="-1" strike="noStrike">
                <a:solidFill>
                  <a:schemeClr val="lt1"/>
                </a:solidFill>
                <a:latin typeface="Cabin Medium"/>
                <a:ea typeface="Cabin Medium"/>
              </a:rPr>
              <a:t> </a:t>
            </a:r>
            <a:r>
              <a:rPr b="0" lang="en" sz="1200" spc="-1" strike="noStrike" u="sng">
                <a:solidFill>
                  <a:schemeClr val="lt1"/>
                </a:solidFill>
                <a:uFillTx/>
                <a:latin typeface="Cabin Medium"/>
                <a:ea typeface="Cabin Medium"/>
                <a:hlinkClick r:id="rId3"/>
              </a:rPr>
              <a:t>Freepik</a:t>
            </a:r>
            <a:r>
              <a:rPr b="0" lang="en" sz="1200" spc="-1" strike="noStrike">
                <a:solidFill>
                  <a:schemeClr val="lt1"/>
                </a:solidFill>
                <a:latin typeface="Cabin"/>
                <a:ea typeface="Cabin"/>
              </a:rPr>
              <a:t> </a:t>
            </a:r>
            <a:endParaRPr b="0" lang="en-US" sz="1200" spc="-1" strike="noStrike">
              <a:solidFill>
                <a:srgbClr val="ffffff"/>
              </a:solidFill>
              <a:latin typeface="OpenSymbol"/>
            </a:endParaRPr>
          </a:p>
        </p:txBody>
      </p:sp>
    </p:spTree>
  </p:cSld>
  <p:clrMap bg1="lt1" bg2="lt2" tx1="dk1" tx2="dk2" accent1="accent1" accent2="accent2" accent3="accent3" accent4="accent4" accent5="accent5" accent6="accent6" hlink="hlink" folHlink="folHlink"/>
  <p:sldLayoutIdLst>
    <p:sldLayoutId id="2147483673" r:id="rId4"/>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body"/>
          </p:nvPr>
        </p:nvSpPr>
        <p:spPr>
          <a:xfrm>
            <a:off x="720000" y="1152360"/>
            <a:ext cx="7703640" cy="33393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pc="-1" strike="noStrike">
                <a:solidFill>
                  <a:srgbClr val="000000"/>
                </a:solidFill>
                <a:latin typeface="Arial"/>
              </a:rPr>
              <a:t>Click to edit the outline text format</a:t>
            </a:r>
            <a:endParaRPr b="0" lang="fr-FR"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200" spc="-1" strike="noStrike">
                <a:solidFill>
                  <a:srgbClr val="000000"/>
                </a:solidFill>
                <a:latin typeface="Arial"/>
              </a:rPr>
              <a:t>Second Outline Level</a:t>
            </a:r>
            <a:endParaRPr b="0" lang="fr-FR"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200" spc="-1" strike="noStrike">
                <a:solidFill>
                  <a:srgbClr val="000000"/>
                </a:solidFill>
                <a:latin typeface="Arial"/>
              </a:rPr>
              <a:t>Third Outline Level</a:t>
            </a:r>
            <a:endParaRPr b="0" lang="fr-FR"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200" spc="-1" strike="noStrike">
                <a:solidFill>
                  <a:srgbClr val="000000"/>
                </a:solidFill>
                <a:latin typeface="Arial"/>
              </a:rPr>
              <a:t>Fourth Outline Level</a:t>
            </a:r>
            <a:endParaRPr b="0" lang="fr-FR"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200" spc="-1" strike="noStrike">
                <a:solidFill>
                  <a:srgbClr val="000000"/>
                </a:solidFill>
                <a:latin typeface="Arial"/>
              </a:rPr>
              <a:t>Fifth Outline Level</a:t>
            </a:r>
            <a:endParaRPr b="0" lang="fr-FR"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200" spc="-1" strike="noStrike">
                <a:solidFill>
                  <a:srgbClr val="000000"/>
                </a:solidFill>
                <a:latin typeface="Arial"/>
              </a:rPr>
              <a:t>Sixth Outline Level</a:t>
            </a:r>
            <a:endParaRPr b="0" lang="fr-FR"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200" spc="-1" strike="noStrike">
                <a:solidFill>
                  <a:srgbClr val="000000"/>
                </a:solidFill>
                <a:latin typeface="Arial"/>
              </a:rPr>
              <a:t>Seventh Outline Level</a:t>
            </a:r>
            <a:endParaRPr b="0" lang="fr-FR" sz="1200" spc="-1" strike="noStrike">
              <a:solidFill>
                <a:srgbClr val="000000"/>
              </a:solidFill>
              <a:latin typeface="Arial"/>
            </a:endParaRPr>
          </a:p>
        </p:txBody>
      </p:sp>
      <p:sp>
        <p:nvSpPr>
          <p:cNvPr id="30" name="PlaceHolder 2"/>
          <p:cNvSpPr>
            <a:spLocks noGrp="1"/>
          </p:cNvSpPr>
          <p:nvPr>
            <p:ph type="title"/>
          </p:nvPr>
        </p:nvSpPr>
        <p:spPr>
          <a:xfrm>
            <a:off x="71316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637560" y="444960"/>
            <a:ext cx="539280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34" name="PlaceHolder 2"/>
          <p:cNvSpPr>
            <a:spLocks noGrp="1"/>
          </p:cNvSpPr>
          <p:nvPr>
            <p:ph type="body"/>
          </p:nvPr>
        </p:nvSpPr>
        <p:spPr>
          <a:xfrm>
            <a:off x="5871600" y="0"/>
            <a:ext cx="3271680" cy="5143320"/>
          </a:xfrm>
          <a:prstGeom prst="rect">
            <a:avLst/>
          </a:prstGeom>
          <a:noFill/>
          <a:ln w="0">
            <a:noFill/>
          </a:ln>
        </p:spPr>
        <p:txBody>
          <a:bodyPr lIns="90000" rIns="90000" tIns="45000" bIns="45000" anchor="t">
            <a:normAutofit fontScale="75000"/>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13160" y="444960"/>
            <a:ext cx="7710480" cy="60732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3" r:id="rId2"/>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3786840" y="1963440"/>
            <a:ext cx="4653720" cy="22179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pc="-1" strike="noStrike">
                <a:solidFill>
                  <a:srgbClr val="000000"/>
                </a:solidFill>
                <a:latin typeface="Arial"/>
              </a:rPr>
              <a:t>Click to edit the outline text format</a:t>
            </a:r>
            <a:endParaRPr b="0" lang="fr-FR"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400" spc="-1" strike="noStrike">
                <a:solidFill>
                  <a:srgbClr val="000000"/>
                </a:solidFill>
                <a:latin typeface="Arial"/>
              </a:rPr>
              <a:t>Second Outline Level</a:t>
            </a:r>
            <a:endParaRPr b="0" lang="fr-FR"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400" spc="-1" strike="noStrike">
                <a:solidFill>
                  <a:srgbClr val="000000"/>
                </a:solidFill>
                <a:latin typeface="Arial"/>
              </a:rPr>
              <a:t>Third Outline Level</a:t>
            </a:r>
            <a:endParaRPr b="0" lang="fr-FR"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400" spc="-1" strike="noStrike">
                <a:solidFill>
                  <a:srgbClr val="000000"/>
                </a:solidFill>
                <a:latin typeface="Arial"/>
              </a:rPr>
              <a:t>Fourth Outline Level</a:t>
            </a:r>
            <a:endParaRPr b="0" lang="fr-FR"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400" spc="-1" strike="noStrike">
                <a:solidFill>
                  <a:srgbClr val="000000"/>
                </a:solidFill>
                <a:latin typeface="Arial"/>
              </a:rPr>
              <a:t>Fifth Outline Level</a:t>
            </a:r>
            <a:endParaRPr b="0" lang="fr-FR"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400" spc="-1" strike="noStrike">
                <a:solidFill>
                  <a:srgbClr val="000000"/>
                </a:solidFill>
                <a:latin typeface="Arial"/>
              </a:rPr>
              <a:t>Sixth Outline Level</a:t>
            </a:r>
            <a:endParaRPr b="0" lang="fr-FR"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400" spc="-1" strike="noStrike">
                <a:solidFill>
                  <a:srgbClr val="000000"/>
                </a:solidFill>
                <a:latin typeface="Arial"/>
              </a:rPr>
              <a:t>Seventh Outline Level</a:t>
            </a:r>
            <a:endParaRPr b="0" lang="fr-FR" sz="1400" spc="-1" strike="noStrike">
              <a:solidFill>
                <a:srgbClr val="000000"/>
              </a:solidFill>
              <a:latin typeface="Arial"/>
            </a:endParaRPr>
          </a:p>
        </p:txBody>
      </p:sp>
      <p:sp>
        <p:nvSpPr>
          <p:cNvPr id="41" name="PlaceHolder 2"/>
          <p:cNvSpPr>
            <a:spLocks noGrp="1"/>
          </p:cNvSpPr>
          <p:nvPr>
            <p:ph type="title"/>
          </p:nvPr>
        </p:nvSpPr>
        <p:spPr>
          <a:xfrm>
            <a:off x="3405960" y="444960"/>
            <a:ext cx="4653720" cy="101088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
        <p:nvSpPr>
          <p:cNvPr id="42" name="PlaceHolder 3"/>
          <p:cNvSpPr>
            <a:spLocks noGrp="1"/>
          </p:cNvSpPr>
          <p:nvPr>
            <p:ph type="body"/>
          </p:nvPr>
        </p:nvSpPr>
        <p:spPr>
          <a:xfrm>
            <a:off x="0" y="0"/>
            <a:ext cx="3067920" cy="5143320"/>
          </a:xfrm>
          <a:prstGeom prst="rect">
            <a:avLst/>
          </a:prstGeom>
          <a:noFill/>
          <a:ln w="0">
            <a:noFill/>
          </a:ln>
        </p:spPr>
        <p:txBody>
          <a:bodyPr lIns="90000" rIns="90000" tIns="45000" bIns="45000" anchor="t">
            <a:normAutofit fontScale="68333"/>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5" r:id="rId2"/>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6000" spc="-1" strike="noStrike">
                <a:solidFill>
                  <a:schemeClr val="dk1"/>
                </a:solidFill>
                <a:latin typeface="Arial"/>
              </a:rPr>
              <a:t>Click to edit the title text format</a:t>
            </a:r>
            <a:endParaRPr b="0" lang="fr-FR" sz="6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7" r:id="rId2"/>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713160" y="444960"/>
            <a:ext cx="7710480" cy="572400"/>
          </a:xfrm>
          <a:prstGeom prst="rect">
            <a:avLst/>
          </a:prstGeom>
          <a:noFill/>
          <a:ln w="0">
            <a:noFill/>
          </a:ln>
        </p:spPr>
        <p:txBody>
          <a:bodyPr lIns="91440" rIns="91440" tIns="91440" bIns="91440" anchor="t">
            <a:noAutofit/>
          </a:bodyPr>
          <a:p>
            <a:pPr indent="0">
              <a:buNone/>
            </a:pPr>
            <a:r>
              <a:rPr b="0" lang="fr-FR" sz="3000" spc="-1" strike="noStrike">
                <a:solidFill>
                  <a:schemeClr val="dk1"/>
                </a:solidFill>
                <a:latin typeface="Arial"/>
              </a:rPr>
              <a:t>Click to edit the title text format</a:t>
            </a:r>
            <a:endParaRPr b="0" lang="fr-FR" sz="3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89" r:id="rId2"/>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5" name="Google Shape;40;p10"/>
          <p:cNvSpPr/>
          <p:nvPr/>
        </p:nvSpPr>
        <p:spPr>
          <a:xfrm>
            <a:off x="0" y="0"/>
            <a:ext cx="9143640" cy="5143320"/>
          </a:xfrm>
          <a:prstGeom prst="rect">
            <a:avLst/>
          </a:prstGeom>
          <a:solidFill>
            <a:schemeClr val="lt1"/>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pic>
        <p:nvPicPr>
          <p:cNvPr id="46" name="Google Shape;41;p10" descr=""/>
          <p:cNvPicPr/>
          <p:nvPr/>
        </p:nvPicPr>
        <p:blipFill>
          <a:blip r:embed="rId2"/>
          <a:stretch/>
        </p:blipFill>
        <p:spPr>
          <a:xfrm>
            <a:off x="0" y="0"/>
            <a:ext cx="9143640" cy="5143320"/>
          </a:xfrm>
          <a:prstGeom prst="rect">
            <a:avLst/>
          </a:prstGeom>
          <a:ln w="0">
            <a:noFill/>
          </a:ln>
        </p:spPr>
      </p:pic>
      <p:sp>
        <p:nvSpPr>
          <p:cNvPr id="47"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pc="-1" strike="noStrike">
                <a:solidFill>
                  <a:srgbClr val="000000"/>
                </a:solidFill>
                <a:latin typeface="Arial"/>
              </a:rPr>
              <a:t>Click to edit the outline text format</a:t>
            </a:r>
            <a:endParaRPr b="0" lang="fr-F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fr-FR" sz="1800" spc="-1" strike="noStrike">
                <a:solidFill>
                  <a:srgbClr val="000000"/>
                </a:solidFill>
                <a:latin typeface="Arial"/>
              </a:rPr>
              <a:t>Second Outline Level</a:t>
            </a:r>
            <a:endParaRPr b="0" lang="fr-F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fr-FR" sz="1800" spc="-1" strike="noStrike">
                <a:solidFill>
                  <a:srgbClr val="000000"/>
                </a:solidFill>
                <a:latin typeface="Arial"/>
              </a:rPr>
              <a:t>Third Outline Level</a:t>
            </a:r>
            <a:endParaRPr b="0" lang="fr-F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fr-FR" sz="1800" spc="-1" strike="noStrike">
                <a:solidFill>
                  <a:srgbClr val="000000"/>
                </a:solidFill>
                <a:latin typeface="Arial"/>
              </a:rPr>
              <a:t>Fourth Outline Level</a:t>
            </a:r>
            <a:endParaRPr b="0" lang="fr-F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fr-FR" sz="1800" spc="-1" strike="noStrike">
                <a:solidFill>
                  <a:srgbClr val="000000"/>
                </a:solidFill>
                <a:latin typeface="Arial"/>
              </a:rPr>
              <a:t>Fifth Outline Level</a:t>
            </a:r>
            <a:endParaRPr b="0" lang="fr-F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fr-FR" sz="1800" spc="-1" strike="noStrike">
                <a:solidFill>
                  <a:srgbClr val="000000"/>
                </a:solidFill>
                <a:latin typeface="Arial"/>
              </a:rPr>
              <a:t>Sixth Outline Level</a:t>
            </a:r>
            <a:endParaRPr b="0" lang="fr-F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fr-FR" sz="1800" spc="-1" strike="noStrike">
                <a:solidFill>
                  <a:srgbClr val="000000"/>
                </a:solidFill>
                <a:latin typeface="Arial"/>
              </a:rPr>
              <a:t>Seventh Outline Level</a:t>
            </a:r>
            <a:endParaRPr b="0" lang="fr-FR" sz="1800" spc="-1" strike="noStrike">
              <a:solidFill>
                <a:srgbClr val="000000"/>
              </a:solidFill>
              <a:latin typeface="Arial"/>
            </a:endParaRPr>
          </a:p>
        </p:txBody>
      </p:sp>
      <p:sp>
        <p:nvSpPr>
          <p:cNvPr id="48" name="PlaceHolder 2"/>
          <p:cNvSpPr>
            <a:spLocks noGrp="1"/>
          </p:cNvSpPr>
          <p:nvPr>
            <p:ph type="title"/>
          </p:nvPr>
        </p:nvSpPr>
        <p:spPr>
          <a:xfrm>
            <a:off x="434160" y="3728160"/>
            <a:ext cx="4812120" cy="1006560"/>
          </a:xfrm>
          <a:prstGeom prst="rect">
            <a:avLst/>
          </a:prstGeom>
          <a:solidFill>
            <a:schemeClr val="lt1"/>
          </a:solidFill>
          <a:ln w="0">
            <a:noFill/>
          </a:ln>
        </p:spPr>
        <p:txBody>
          <a:bodyPr lIns="91440" rIns="91440" tIns="91440" bIns="91440" anchor="t">
            <a:noAutofit/>
          </a:bodyPr>
          <a:p>
            <a:pPr indent="0">
              <a:buNone/>
            </a:pPr>
            <a:r>
              <a:rPr b="0" lang="fr-FR" sz="2700" spc="-1" strike="noStrike">
                <a:solidFill>
                  <a:schemeClr val="dk1"/>
                </a:solidFill>
                <a:latin typeface="Arial"/>
              </a:rPr>
              <a:t>Click to edit the title text format</a:t>
            </a:r>
            <a:endParaRPr b="0" lang="fr-FR" sz="27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1"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3" r:id="rId2"/>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49" name="Google Shape;112;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0"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5" r:id="rId2"/>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1" name="Google Shape;115;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2"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53"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97" r:id="rId2"/>
  </p:sldLayoutIdLst>
</p:sldMaster>
</file>

<file path=ppt/slideMasters/slideMaster2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99" r:id="rId2"/>
  </p:sldLayoutIdLst>
</p:sldMaster>
</file>

<file path=ppt/slideMasters/slideMaster2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4" name="Google Shape;123;p30"/>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5"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Lst>
</p:sldMaster>
</file>

<file path=ppt/slideMasters/slideMaster2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sp>
        <p:nvSpPr>
          <p:cNvPr id="56" name="Google Shape;126;p31"/>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pc="-1" strike="noStrike">
              <a:solidFill>
                <a:srgbClr val="000000"/>
              </a:solidFill>
              <a:latin typeface="OpenSymbol"/>
            </a:endParaRPr>
          </a:p>
        </p:txBody>
      </p:sp>
      <p:sp>
        <p:nvSpPr>
          <p:cNvPr id="57"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
        <p:nvSpPr>
          <p:cNvPr id="58"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pc="-1" strike="noStrike">
                <a:solidFill>
                  <a:schemeClr val="dk1"/>
                </a:solidFill>
                <a:latin typeface="Arial"/>
              </a:rPr>
              <a:t>Click to edit the title text format</a:t>
            </a:r>
            <a:endParaRPr b="0" lang="fr-FR" sz="22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70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12.xml"/>
</Relationships>
</file>

<file path=ppt/slides/_rels/slide12.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7.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image" Target="../media/image10.jpeg"/><Relationship Id="rId2"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slideLayout" Target="../slideLayouts/slideLayout7.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7.xml"/>
</Relationships>
</file>

<file path=ppt/slides/_rels/slide24.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Google Shape;133;p32" descr=""/>
          <p:cNvPicPr/>
          <p:nvPr/>
        </p:nvPicPr>
        <p:blipFill>
          <a:blip r:embed="rId1"/>
          <a:srcRect l="0" t="3297" r="0" b="3287"/>
          <a:stretch/>
        </p:blipFill>
        <p:spPr>
          <a:xfrm>
            <a:off x="5702760" y="0"/>
            <a:ext cx="3669480" cy="5143320"/>
          </a:xfrm>
          <a:prstGeom prst="rect">
            <a:avLst/>
          </a:prstGeom>
          <a:ln w="0">
            <a:noFill/>
          </a:ln>
        </p:spPr>
      </p:pic>
      <p:sp>
        <p:nvSpPr>
          <p:cNvPr id="60" name="PlaceHolder 1"/>
          <p:cNvSpPr>
            <a:spLocks noGrp="1"/>
          </p:cNvSpPr>
          <p:nvPr>
            <p:ph type="title"/>
          </p:nvPr>
        </p:nvSpPr>
        <p:spPr>
          <a:xfrm>
            <a:off x="485640" y="1438200"/>
            <a:ext cx="4704840" cy="1714320"/>
          </a:xfrm>
          <a:prstGeom prst="rect">
            <a:avLst/>
          </a:prstGeom>
          <a:noFill/>
          <a:ln w="0">
            <a:noFill/>
          </a:ln>
        </p:spPr>
        <p:txBody>
          <a:bodyPr lIns="91440" rIns="91440" tIns="91440" bIns="91440" anchor="b">
            <a:normAutofit/>
          </a:bodyPr>
          <a:p>
            <a:pPr indent="0">
              <a:lnSpc>
                <a:spcPct val="100000"/>
              </a:lnSpc>
              <a:buNone/>
              <a:tabLst>
                <a:tab algn="l" pos="0"/>
              </a:tabLst>
            </a:pPr>
            <a:r>
              <a:rPr b="0" lang="en" sz="4800" spc="-1" strike="noStrike">
                <a:solidFill>
                  <a:schemeClr val="dk1"/>
                </a:solidFill>
                <a:latin typeface="Syncopate"/>
                <a:ea typeface="Syncopate"/>
              </a:rPr>
              <a:t>SOC Analyst Career Path</a:t>
            </a:r>
            <a:endParaRPr b="0" lang="fr-FR" sz="4800" spc="-1" strike="noStrike">
              <a:solidFill>
                <a:schemeClr val="dk1"/>
              </a:solidFill>
              <a:latin typeface="Arial"/>
            </a:endParaRPr>
          </a:p>
        </p:txBody>
      </p:sp>
      <p:sp>
        <p:nvSpPr>
          <p:cNvPr id="61" name="PlaceHolder 2"/>
          <p:cNvSpPr>
            <a:spLocks noGrp="1"/>
          </p:cNvSpPr>
          <p:nvPr>
            <p:ph type="subTitle"/>
          </p:nvPr>
        </p:nvSpPr>
        <p:spPr>
          <a:xfrm>
            <a:off x="847800" y="3191040"/>
            <a:ext cx="4343040" cy="380520"/>
          </a:xfrm>
          <a:prstGeom prst="rect">
            <a:avLst/>
          </a:prstGeom>
          <a:noFill/>
          <a:ln w="0">
            <a:noFill/>
          </a:ln>
        </p:spPr>
        <p:txBody>
          <a:bodyPr lIns="91440" rIns="91440" tIns="91440" bIns="91440" anchor="t">
            <a:normAutofit fontScale="86943"/>
          </a:bodyPr>
          <a:p>
            <a:pPr indent="0" algn="r">
              <a:lnSpc>
                <a:spcPct val="100000"/>
              </a:lnSpc>
              <a:buNone/>
              <a:tabLst>
                <a:tab algn="l" pos="0"/>
              </a:tabLst>
            </a:pPr>
            <a:r>
              <a:rPr b="0" lang="en" sz="1600" spc="-1" strike="noStrike">
                <a:solidFill>
                  <a:schemeClr val="dk1"/>
                </a:solidFill>
                <a:latin typeface="Cabin"/>
                <a:ea typeface="Cabin"/>
              </a:rPr>
              <a:t>Your First Step into Cybersecurity</a:t>
            </a:r>
            <a:endParaRPr b="0" lang="en-US" sz="1600" spc="-1" strike="noStrike">
              <a:solidFill>
                <a:srgbClr val="000000"/>
              </a:solidFill>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2" name="Google Shape;178;p37" descr=""/>
          <p:cNvPicPr/>
          <p:nvPr/>
        </p:nvPicPr>
        <p:blipFill>
          <a:blip r:embed="rId1"/>
          <a:srcRect l="5252" t="0" r="5252" b="0"/>
          <a:stretch/>
        </p:blipFill>
        <p:spPr>
          <a:xfrm>
            <a:off x="0" y="0"/>
            <a:ext cx="3067920" cy="5143320"/>
          </a:xfrm>
          <a:prstGeom prst="rect">
            <a:avLst/>
          </a:prstGeom>
          <a:ln w="0">
            <a:noFill/>
          </a:ln>
        </p:spPr>
      </p:pic>
      <p:sp>
        <p:nvSpPr>
          <p:cNvPr id="63"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spcBef>
                <a:spcPts val="1417"/>
              </a:spcBef>
              <a:buNone/>
            </a:pPr>
            <a:endParaRPr b="0" lang="fr-FR" sz="1400" spc="-1" strike="noStrike">
              <a:solidFill>
                <a:schemeClr val="dk1"/>
              </a:solidFill>
              <a:latin typeface="Cabin"/>
              <a:ea typeface="Cabin"/>
            </a:endParaRPr>
          </a:p>
        </p:txBody>
      </p:sp>
      <p:sp>
        <p:nvSpPr>
          <p:cNvPr id="64"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Syncopate"/>
                <a:ea typeface="Syncopate"/>
              </a:rPr>
              <a:t>Introduction</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781200" y="1828800"/>
            <a:ext cx="4362120" cy="1409400"/>
          </a:xfrm>
          <a:prstGeom prst="rect">
            <a:avLst/>
          </a:prstGeom>
          <a:noFill/>
          <a:ln w="0">
            <a:noFill/>
          </a:ln>
        </p:spPr>
        <p:txBody>
          <a:bodyPr lIns="91440" rIns="91440" tIns="91440" bIns="91440" anchor="b">
            <a:normAutofit/>
          </a:bodyPr>
          <a:p>
            <a:pPr indent="0">
              <a:lnSpc>
                <a:spcPct val="100000"/>
              </a:lnSpc>
              <a:buNone/>
              <a:tabLst>
                <a:tab algn="l" pos="0"/>
              </a:tabLst>
            </a:pPr>
            <a:r>
              <a:rPr b="0" lang="en" sz="3900" spc="-1" strike="noStrike">
                <a:solidFill>
                  <a:schemeClr val="dk1"/>
                </a:solidFill>
                <a:latin typeface="Syncopate"/>
                <a:ea typeface="Syncopate"/>
              </a:rPr>
              <a:t>Role Overview</a:t>
            </a:r>
            <a:endParaRPr b="0" lang="fr-FR" sz="3900" spc="-1" strike="noStrike">
              <a:solidFill>
                <a:schemeClr val="dk1"/>
              </a:solidFill>
              <a:latin typeface="Arial"/>
            </a:endParaRPr>
          </a:p>
        </p:txBody>
      </p:sp>
      <p:sp>
        <p:nvSpPr>
          <p:cNvPr id="66" name="PlaceHolder 2"/>
          <p:cNvSpPr>
            <a:spLocks noGrp="1"/>
          </p:cNvSpPr>
          <p:nvPr>
            <p:ph type="title"/>
          </p:nvPr>
        </p:nvSpPr>
        <p:spPr>
          <a:xfrm>
            <a:off x="4238640" y="638280"/>
            <a:ext cx="1285560" cy="828360"/>
          </a:xfrm>
          <a:prstGeom prst="rect">
            <a:avLst/>
          </a:prstGeom>
          <a:noFill/>
          <a:ln w="0">
            <a:noFill/>
          </a:ln>
        </p:spPr>
        <p:txBody>
          <a:bodyPr lIns="91440" rIns="91440" tIns="91440" bIns="91440" anchor="ctr">
            <a:normAutofit/>
          </a:bodyPr>
          <a:p>
            <a:pPr indent="0">
              <a:lnSpc>
                <a:spcPct val="100000"/>
              </a:lnSpc>
              <a:buNone/>
              <a:tabLst>
                <a:tab algn="l" pos="0"/>
              </a:tabLst>
            </a:pPr>
            <a:r>
              <a:rPr b="0" lang="en" sz="4300" spc="-1" strike="noStrike">
                <a:solidFill>
                  <a:schemeClr val="dk1"/>
                </a:solidFill>
                <a:latin typeface="Syncopate"/>
                <a:ea typeface="Syncopate"/>
              </a:rPr>
              <a:t>01</a:t>
            </a:r>
            <a:endParaRPr b="0" lang="fr-FR" sz="4300" spc="-1" strike="noStrike">
              <a:solidFill>
                <a:schemeClr val="dk1"/>
              </a:solidFill>
              <a:latin typeface="Arial"/>
            </a:endParaRPr>
          </a:p>
        </p:txBody>
      </p:sp>
      <p:sp>
        <p:nvSpPr>
          <p:cNvPr id="67" name="PlaceHolder 3"/>
          <p:cNvSpPr>
            <a:spLocks noGrp="1"/>
          </p:cNvSpPr>
          <p:nvPr>
            <p:ph type="subTitle"/>
          </p:nvPr>
        </p:nvSpPr>
        <p:spPr>
          <a:xfrm>
            <a:off x="781200" y="3295800"/>
            <a:ext cx="2695320" cy="64728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Cabin"/>
              <a:ea typeface="Cabin"/>
            </a:endParaRPr>
          </a:p>
        </p:txBody>
      </p:sp>
      <p:pic>
        <p:nvPicPr>
          <p:cNvPr id="68" name="Google Shape;167;p35" descr=""/>
          <p:cNvPicPr/>
          <p:nvPr/>
        </p:nvPicPr>
        <p:blipFill>
          <a:blip r:embed="rId1"/>
          <a:srcRect l="0" t="4545" r="0" b="4555"/>
          <a:stretch/>
        </p:blipFill>
        <p:spPr>
          <a:xfrm>
            <a:off x="5372640" y="0"/>
            <a:ext cx="3771000" cy="5143320"/>
          </a:xfrm>
          <a:prstGeom prst="rect">
            <a:avLst/>
          </a:prstGeom>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Definition of SOC Analyst</a:t>
            </a:r>
            <a:endParaRPr b="0" lang="fr-FR" sz="4000" spc="-1" strike="noStrike">
              <a:solidFill>
                <a:schemeClr val="dk1"/>
              </a:solidFill>
              <a:latin typeface="Arial"/>
            </a:endParaRPr>
          </a:p>
        </p:txBody>
      </p:sp>
      <p:sp>
        <p:nvSpPr>
          <p:cNvPr id="70"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A SOC Analyst (Security Operations Center Analyst) is a cybersecurity professional responsible for monitoring, detecting, investigating, and responding to security threats in real-time. They are the first line of defense within an organization’s cybersecurity infrastructure.</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1" name="Google Shape;178;p37" descr=""/>
          <p:cNvPicPr/>
          <p:nvPr/>
        </p:nvPicPr>
        <p:blipFill>
          <a:blip r:embed="rId1"/>
          <a:srcRect l="5252" t="0" r="5252" b="0"/>
          <a:stretch/>
        </p:blipFill>
        <p:spPr>
          <a:xfrm>
            <a:off x="0" y="0"/>
            <a:ext cx="3067920" cy="5143320"/>
          </a:xfrm>
          <a:prstGeom prst="rect">
            <a:avLst/>
          </a:prstGeom>
          <a:ln w="0">
            <a:noFill/>
          </a:ln>
        </p:spPr>
      </p:pic>
      <p:sp>
        <p:nvSpPr>
          <p:cNvPr id="72"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SOC Analysts play a critical role in an organization's defense strategy against cyber threats. They act as the first line of defense by actively monitoring and analyzing security events, thereby helping organizations swiftly respond to potential breaches, minimize impact, and safeguard sensitive information.</a:t>
            </a:r>
            <a:endParaRPr b="0" lang="fr-FR" sz="1400" spc="-1" strike="noStrike">
              <a:solidFill>
                <a:srgbClr val="000000"/>
              </a:solidFill>
              <a:latin typeface="Arial"/>
            </a:endParaRPr>
          </a:p>
        </p:txBody>
      </p:sp>
      <p:sp>
        <p:nvSpPr>
          <p:cNvPr id="73"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fontScale="90028"/>
          </a:bodyPr>
          <a:p>
            <a:pPr indent="0">
              <a:lnSpc>
                <a:spcPct val="100000"/>
              </a:lnSpc>
              <a:buNone/>
              <a:tabLst>
                <a:tab algn="l" pos="0"/>
              </a:tabLst>
            </a:pPr>
            <a:r>
              <a:rPr b="0" lang="en" sz="3000" spc="-1" strike="noStrike">
                <a:solidFill>
                  <a:schemeClr val="dk1"/>
                </a:solidFill>
                <a:latin typeface="Syncopate"/>
                <a:ea typeface="Syncopate"/>
              </a:rPr>
              <a:t>Importance in Organizational Defense</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Day-to-Day Responsibilities</a:t>
            </a:r>
            <a:endParaRPr b="0" lang="fr-FR" sz="4000" spc="-1" strike="noStrike">
              <a:solidFill>
                <a:schemeClr val="dk1"/>
              </a:solidFill>
              <a:latin typeface="Arial"/>
            </a:endParaRPr>
          </a:p>
        </p:txBody>
      </p:sp>
      <p:sp>
        <p:nvSpPr>
          <p:cNvPr id="75"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The daily responsibilities of a SOC Analyst include reviewing security alerts, performing triage of incidents, collaborating with IT teams, and documenting findings. They engage in continuous monitoring of network traffic and systems, work on incident response efforts, and maintain communication with stakeholders regarding security posture.</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781200" y="1828800"/>
            <a:ext cx="4362120" cy="1409400"/>
          </a:xfrm>
          <a:prstGeom prst="rect">
            <a:avLst/>
          </a:prstGeom>
          <a:noFill/>
          <a:ln w="0">
            <a:noFill/>
          </a:ln>
        </p:spPr>
        <p:txBody>
          <a:bodyPr lIns="91440" rIns="91440" tIns="91440" bIns="91440" anchor="b">
            <a:normAutofit/>
          </a:bodyPr>
          <a:p>
            <a:pPr indent="0">
              <a:lnSpc>
                <a:spcPct val="100000"/>
              </a:lnSpc>
              <a:buNone/>
              <a:tabLst>
                <a:tab algn="l" pos="0"/>
              </a:tabLst>
            </a:pPr>
            <a:r>
              <a:rPr b="0" lang="en" sz="3900" spc="-1" strike="noStrike">
                <a:solidFill>
                  <a:schemeClr val="dk1"/>
                </a:solidFill>
                <a:latin typeface="Syncopate"/>
                <a:ea typeface="Syncopate"/>
              </a:rPr>
              <a:t>Key Responsibilities</a:t>
            </a:r>
            <a:endParaRPr b="0" lang="fr-FR" sz="3900" spc="-1" strike="noStrike">
              <a:solidFill>
                <a:schemeClr val="dk1"/>
              </a:solidFill>
              <a:latin typeface="Arial"/>
            </a:endParaRPr>
          </a:p>
        </p:txBody>
      </p:sp>
      <p:sp>
        <p:nvSpPr>
          <p:cNvPr id="77" name="PlaceHolder 2"/>
          <p:cNvSpPr>
            <a:spLocks noGrp="1"/>
          </p:cNvSpPr>
          <p:nvPr>
            <p:ph type="title"/>
          </p:nvPr>
        </p:nvSpPr>
        <p:spPr>
          <a:xfrm>
            <a:off x="4238640" y="638280"/>
            <a:ext cx="1285560" cy="828360"/>
          </a:xfrm>
          <a:prstGeom prst="rect">
            <a:avLst/>
          </a:prstGeom>
          <a:noFill/>
          <a:ln w="0">
            <a:noFill/>
          </a:ln>
        </p:spPr>
        <p:txBody>
          <a:bodyPr lIns="91440" rIns="91440" tIns="91440" bIns="91440" anchor="ctr">
            <a:normAutofit/>
          </a:bodyPr>
          <a:p>
            <a:pPr indent="0">
              <a:lnSpc>
                <a:spcPct val="100000"/>
              </a:lnSpc>
              <a:buNone/>
              <a:tabLst>
                <a:tab algn="l" pos="0"/>
              </a:tabLst>
            </a:pPr>
            <a:r>
              <a:rPr b="0" lang="en" sz="4300" spc="-1" strike="noStrike">
                <a:solidFill>
                  <a:schemeClr val="dk1"/>
                </a:solidFill>
                <a:latin typeface="Syncopate"/>
                <a:ea typeface="Syncopate"/>
              </a:rPr>
              <a:t>02</a:t>
            </a:r>
            <a:endParaRPr b="0" lang="fr-FR" sz="4300" spc="-1" strike="noStrike">
              <a:solidFill>
                <a:schemeClr val="dk1"/>
              </a:solidFill>
              <a:latin typeface="Arial"/>
            </a:endParaRPr>
          </a:p>
        </p:txBody>
      </p:sp>
      <p:sp>
        <p:nvSpPr>
          <p:cNvPr id="78" name="PlaceHolder 3"/>
          <p:cNvSpPr>
            <a:spLocks noGrp="1"/>
          </p:cNvSpPr>
          <p:nvPr>
            <p:ph type="subTitle"/>
          </p:nvPr>
        </p:nvSpPr>
        <p:spPr>
          <a:xfrm>
            <a:off x="781200" y="3295800"/>
            <a:ext cx="2695320" cy="64728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Cabin"/>
              <a:ea typeface="Cabin"/>
            </a:endParaRPr>
          </a:p>
        </p:txBody>
      </p:sp>
      <p:pic>
        <p:nvPicPr>
          <p:cNvPr id="79" name="Google Shape;167;p35" descr=""/>
          <p:cNvPicPr/>
          <p:nvPr/>
        </p:nvPicPr>
        <p:blipFill>
          <a:blip r:embed="rId1"/>
          <a:srcRect l="0" t="4545" r="0" b="4555"/>
          <a:stretch/>
        </p:blipFill>
        <p:spPr>
          <a:xfrm>
            <a:off x="5372640" y="0"/>
            <a:ext cx="3771000" cy="51433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Real-time Threat Monitoring</a:t>
            </a:r>
            <a:endParaRPr b="0" lang="fr-FR" sz="4000" spc="-1" strike="noStrike">
              <a:solidFill>
                <a:schemeClr val="dk1"/>
              </a:solidFill>
              <a:latin typeface="Arial"/>
            </a:endParaRPr>
          </a:p>
        </p:txBody>
      </p:sp>
      <p:sp>
        <p:nvSpPr>
          <p:cNvPr id="81"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SOC Analysts continuously monitor network systems for unusual activity that may indicate a security breach. They utilize Security Information and Event Management (SIEM) tools to gather and analyze logs and alerts, ensuring that any potential threats are identified and addressed promptly.</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Google Shape;178;p37" descr=""/>
          <p:cNvPicPr/>
          <p:nvPr/>
        </p:nvPicPr>
        <p:blipFill>
          <a:blip r:embed="rId1"/>
          <a:srcRect l="5252" t="0" r="5252" b="0"/>
          <a:stretch/>
        </p:blipFill>
        <p:spPr>
          <a:xfrm>
            <a:off x="0" y="0"/>
            <a:ext cx="3067920" cy="5143320"/>
          </a:xfrm>
          <a:prstGeom prst="rect">
            <a:avLst/>
          </a:prstGeom>
          <a:ln w="0">
            <a:noFill/>
          </a:ln>
        </p:spPr>
      </p:pic>
      <p:sp>
        <p:nvSpPr>
          <p:cNvPr id="83"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In the event of a security incident, SOC Analysts are responsible for initiating the incident response process. This involves identifying the source of the threat, mitigating the impact, and restoring systems to normal operation. They also collaborate with other IT staff to implement remediation strategies and document response actions.</a:t>
            </a:r>
            <a:endParaRPr b="0" lang="fr-FR" sz="1400" spc="-1" strike="noStrike">
              <a:solidFill>
                <a:srgbClr val="000000"/>
              </a:solidFill>
              <a:latin typeface="Arial"/>
            </a:endParaRPr>
          </a:p>
        </p:txBody>
      </p:sp>
      <p:sp>
        <p:nvSpPr>
          <p:cNvPr id="84"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fontScale="98697" lnSpcReduction="10000"/>
          </a:bodyPr>
          <a:p>
            <a:pPr indent="0">
              <a:lnSpc>
                <a:spcPct val="100000"/>
              </a:lnSpc>
              <a:buNone/>
              <a:tabLst>
                <a:tab algn="l" pos="0"/>
              </a:tabLst>
            </a:pPr>
            <a:r>
              <a:rPr b="0" lang="en" sz="3000" spc="-1" strike="noStrike">
                <a:solidFill>
                  <a:schemeClr val="dk1"/>
                </a:solidFill>
                <a:latin typeface="Syncopate"/>
                <a:ea typeface="Syncopate"/>
              </a:rPr>
              <a:t>Incident Response &amp; Remediation</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Reporting and Documentation</a:t>
            </a:r>
            <a:endParaRPr b="0" lang="fr-FR" sz="4000" spc="-1" strike="noStrike">
              <a:solidFill>
                <a:schemeClr val="dk1"/>
              </a:solidFill>
              <a:latin typeface="Arial"/>
            </a:endParaRPr>
          </a:p>
        </p:txBody>
      </p:sp>
      <p:sp>
        <p:nvSpPr>
          <p:cNvPr id="86"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SOC Analysts must accurately document security incidents and responses to facilitate auditing and compliance. This includes generating reports that summarize incidents, actions taken, and recommendations for improving security measures. Clear documentation is essential for understanding trends and enhancing organizational defenses.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781200" y="1828800"/>
            <a:ext cx="4362120" cy="1409400"/>
          </a:xfrm>
          <a:prstGeom prst="rect">
            <a:avLst/>
          </a:prstGeom>
          <a:noFill/>
          <a:ln w="0">
            <a:noFill/>
          </a:ln>
        </p:spPr>
        <p:txBody>
          <a:bodyPr lIns="91440" rIns="91440" tIns="91440" bIns="91440" anchor="b">
            <a:normAutofit/>
          </a:bodyPr>
          <a:p>
            <a:pPr indent="0">
              <a:lnSpc>
                <a:spcPct val="100000"/>
              </a:lnSpc>
              <a:buNone/>
              <a:tabLst>
                <a:tab algn="l" pos="0"/>
              </a:tabLst>
            </a:pPr>
            <a:r>
              <a:rPr b="0" lang="en" sz="3900" spc="-1" strike="noStrike">
                <a:solidFill>
                  <a:schemeClr val="dk1"/>
                </a:solidFill>
                <a:latin typeface="Syncopate"/>
                <a:ea typeface="Syncopate"/>
              </a:rPr>
              <a:t>Required Skills</a:t>
            </a:r>
            <a:endParaRPr b="0" lang="fr-FR" sz="3900" spc="-1" strike="noStrike">
              <a:solidFill>
                <a:schemeClr val="dk1"/>
              </a:solidFill>
              <a:latin typeface="Arial"/>
            </a:endParaRPr>
          </a:p>
        </p:txBody>
      </p:sp>
      <p:sp>
        <p:nvSpPr>
          <p:cNvPr id="88" name="PlaceHolder 2"/>
          <p:cNvSpPr>
            <a:spLocks noGrp="1"/>
          </p:cNvSpPr>
          <p:nvPr>
            <p:ph type="title"/>
          </p:nvPr>
        </p:nvSpPr>
        <p:spPr>
          <a:xfrm>
            <a:off x="4238640" y="638280"/>
            <a:ext cx="1285560" cy="828360"/>
          </a:xfrm>
          <a:prstGeom prst="rect">
            <a:avLst/>
          </a:prstGeom>
          <a:noFill/>
          <a:ln w="0">
            <a:noFill/>
          </a:ln>
        </p:spPr>
        <p:txBody>
          <a:bodyPr lIns="91440" rIns="91440" tIns="91440" bIns="91440" anchor="ctr">
            <a:normAutofit/>
          </a:bodyPr>
          <a:p>
            <a:pPr indent="0">
              <a:lnSpc>
                <a:spcPct val="100000"/>
              </a:lnSpc>
              <a:buNone/>
              <a:tabLst>
                <a:tab algn="l" pos="0"/>
              </a:tabLst>
            </a:pPr>
            <a:r>
              <a:rPr b="0" lang="en" sz="4300" spc="-1" strike="noStrike">
                <a:solidFill>
                  <a:schemeClr val="dk1"/>
                </a:solidFill>
                <a:latin typeface="Syncopate"/>
                <a:ea typeface="Syncopate"/>
              </a:rPr>
              <a:t>03</a:t>
            </a:r>
            <a:endParaRPr b="0" lang="fr-FR" sz="4300" spc="-1" strike="noStrike">
              <a:solidFill>
                <a:schemeClr val="dk1"/>
              </a:solidFill>
              <a:latin typeface="Arial"/>
            </a:endParaRPr>
          </a:p>
        </p:txBody>
      </p:sp>
      <p:sp>
        <p:nvSpPr>
          <p:cNvPr id="89" name="PlaceHolder 3"/>
          <p:cNvSpPr>
            <a:spLocks noGrp="1"/>
          </p:cNvSpPr>
          <p:nvPr>
            <p:ph type="subTitle"/>
          </p:nvPr>
        </p:nvSpPr>
        <p:spPr>
          <a:xfrm>
            <a:off x="781200" y="3295800"/>
            <a:ext cx="2695320" cy="64728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Cabin"/>
              <a:ea typeface="Cabin"/>
            </a:endParaRPr>
          </a:p>
        </p:txBody>
      </p:sp>
      <p:pic>
        <p:nvPicPr>
          <p:cNvPr id="90" name="Google Shape;167;p35" descr=""/>
          <p:cNvPicPr/>
          <p:nvPr/>
        </p:nvPicPr>
        <p:blipFill>
          <a:blip r:embed="rId1"/>
          <a:srcRect l="0" t="4545" r="0" b="4555"/>
          <a:stretch/>
        </p:blipFill>
        <p:spPr>
          <a:xfrm>
            <a:off x="5372640" y="0"/>
            <a:ext cx="3771000" cy="514332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Google Shape;178;p37" descr=""/>
          <p:cNvPicPr/>
          <p:nvPr/>
        </p:nvPicPr>
        <p:blipFill>
          <a:blip r:embed="rId1"/>
          <a:srcRect l="5252" t="0" r="5252" b="0"/>
          <a:stretch/>
        </p:blipFill>
        <p:spPr>
          <a:xfrm>
            <a:off x="0" y="0"/>
            <a:ext cx="3067920" cy="5143320"/>
          </a:xfrm>
          <a:prstGeom prst="rect">
            <a:avLst/>
          </a:prstGeom>
          <a:ln w="0">
            <a:noFill/>
          </a:ln>
        </p:spPr>
      </p:pic>
      <p:sp>
        <p:nvSpPr>
          <p:cNvPr id="92"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A SOC Analyst must have a strong foundation in networking principles, including understanding how different protocols interact within a network. Familiarity with operating systems, especially Windows and Linux, is crucial, as analysts need to evaluate system vulnerabilities and secure configurations. Knowledge of Security Information and Event Management (SIEM) systems is vital for monitoring logs, alerts, and incident management.</a:t>
            </a:r>
            <a:endParaRPr b="0" lang="fr-FR" sz="1400" spc="-1" strike="noStrike">
              <a:solidFill>
                <a:srgbClr val="000000"/>
              </a:solidFill>
              <a:latin typeface="Arial"/>
            </a:endParaRPr>
          </a:p>
        </p:txBody>
      </p:sp>
      <p:sp>
        <p:nvSpPr>
          <p:cNvPr id="93"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fontScale="90028"/>
          </a:bodyPr>
          <a:p>
            <a:pPr indent="0">
              <a:lnSpc>
                <a:spcPct val="100000"/>
              </a:lnSpc>
              <a:buNone/>
              <a:tabLst>
                <a:tab algn="l" pos="0"/>
              </a:tabLst>
            </a:pPr>
            <a:r>
              <a:rPr b="0" lang="en" sz="3000" spc="-1" strike="noStrike">
                <a:solidFill>
                  <a:schemeClr val="dk1"/>
                </a:solidFill>
                <a:latin typeface="Syncopate"/>
                <a:ea typeface="Syncopate"/>
              </a:rPr>
              <a:t>Technical Skills: Networking, Operating Systems, SIEM</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Analytical Thinking and Communication</a:t>
            </a:r>
            <a:endParaRPr b="0" lang="fr-FR" sz="4000" spc="-1" strike="noStrike">
              <a:solidFill>
                <a:schemeClr val="dk1"/>
              </a:solidFill>
              <a:latin typeface="Arial"/>
            </a:endParaRPr>
          </a:p>
        </p:txBody>
      </p:sp>
      <p:sp>
        <p:nvSpPr>
          <p:cNvPr id="95"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Analytical thinking is essential for SOC Analysts as they need to assess complex security data to identify genuine threats amid noise. Effective communication skills are equally important, as analysts must convey technical information clearly to non-technical stakeholders and collaborate efficiently with incident response teams.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Coding and Scripting Proficiency</a:t>
            </a:r>
            <a:endParaRPr b="0" lang="fr-FR" sz="4000" spc="-1" strike="noStrike">
              <a:solidFill>
                <a:schemeClr val="dk1"/>
              </a:solidFill>
              <a:latin typeface="Arial"/>
            </a:endParaRPr>
          </a:p>
        </p:txBody>
      </p:sp>
      <p:sp>
        <p:nvSpPr>
          <p:cNvPr id="97"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Proficiency in coding and scripting allows SOC Analysts to automate repetitive tasks, enhance data analysis, and streamline incident response workflows. Familiarity with languages such as Python, PowerShell, or Bash scripting can significantly improve an analyst's effectiveness in managing security tools and integrating systems.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781200" y="1828800"/>
            <a:ext cx="4362120" cy="1409400"/>
          </a:xfrm>
          <a:prstGeom prst="rect">
            <a:avLst/>
          </a:prstGeom>
          <a:noFill/>
          <a:ln w="0">
            <a:noFill/>
          </a:ln>
        </p:spPr>
        <p:txBody>
          <a:bodyPr lIns="91440" rIns="91440" tIns="91440" bIns="91440" anchor="b">
            <a:normAutofit/>
          </a:bodyPr>
          <a:p>
            <a:pPr indent="0">
              <a:lnSpc>
                <a:spcPct val="100000"/>
              </a:lnSpc>
              <a:buNone/>
              <a:tabLst>
                <a:tab algn="l" pos="0"/>
              </a:tabLst>
            </a:pPr>
            <a:r>
              <a:rPr b="0" lang="en" sz="3900" spc="-1" strike="noStrike">
                <a:solidFill>
                  <a:schemeClr val="dk1"/>
                </a:solidFill>
                <a:latin typeface="Syncopate"/>
                <a:ea typeface="Syncopate"/>
              </a:rPr>
              <a:t>Tools Overview</a:t>
            </a:r>
            <a:endParaRPr b="0" lang="fr-FR" sz="3900" spc="-1" strike="noStrike">
              <a:solidFill>
                <a:schemeClr val="dk1"/>
              </a:solidFill>
              <a:latin typeface="Arial"/>
            </a:endParaRPr>
          </a:p>
        </p:txBody>
      </p:sp>
      <p:sp>
        <p:nvSpPr>
          <p:cNvPr id="99" name="PlaceHolder 2"/>
          <p:cNvSpPr>
            <a:spLocks noGrp="1"/>
          </p:cNvSpPr>
          <p:nvPr>
            <p:ph type="title"/>
          </p:nvPr>
        </p:nvSpPr>
        <p:spPr>
          <a:xfrm>
            <a:off x="4238640" y="638280"/>
            <a:ext cx="1285560" cy="828360"/>
          </a:xfrm>
          <a:prstGeom prst="rect">
            <a:avLst/>
          </a:prstGeom>
          <a:noFill/>
          <a:ln w="0">
            <a:noFill/>
          </a:ln>
        </p:spPr>
        <p:txBody>
          <a:bodyPr lIns="91440" rIns="91440" tIns="91440" bIns="91440" anchor="ctr">
            <a:normAutofit/>
          </a:bodyPr>
          <a:p>
            <a:pPr indent="0">
              <a:lnSpc>
                <a:spcPct val="100000"/>
              </a:lnSpc>
              <a:buNone/>
              <a:tabLst>
                <a:tab algn="l" pos="0"/>
              </a:tabLst>
            </a:pPr>
            <a:r>
              <a:rPr b="0" lang="en" sz="4300" spc="-1" strike="noStrike">
                <a:solidFill>
                  <a:schemeClr val="dk1"/>
                </a:solidFill>
                <a:latin typeface="Syncopate"/>
                <a:ea typeface="Syncopate"/>
              </a:rPr>
              <a:t>04</a:t>
            </a:r>
            <a:endParaRPr b="0" lang="fr-FR" sz="4300" spc="-1" strike="noStrike">
              <a:solidFill>
                <a:schemeClr val="dk1"/>
              </a:solidFill>
              <a:latin typeface="Arial"/>
            </a:endParaRPr>
          </a:p>
        </p:txBody>
      </p:sp>
      <p:sp>
        <p:nvSpPr>
          <p:cNvPr id="100" name="PlaceHolder 3"/>
          <p:cNvSpPr>
            <a:spLocks noGrp="1"/>
          </p:cNvSpPr>
          <p:nvPr>
            <p:ph type="subTitle"/>
          </p:nvPr>
        </p:nvSpPr>
        <p:spPr>
          <a:xfrm>
            <a:off x="781200" y="3295800"/>
            <a:ext cx="2695320" cy="64728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Cabin"/>
              <a:ea typeface="Cabin"/>
            </a:endParaRPr>
          </a:p>
        </p:txBody>
      </p:sp>
      <p:pic>
        <p:nvPicPr>
          <p:cNvPr id="101" name="Google Shape;167;p35" descr=""/>
          <p:cNvPicPr/>
          <p:nvPr/>
        </p:nvPicPr>
        <p:blipFill>
          <a:blip r:embed="rId1"/>
          <a:srcRect l="0" t="4545" r="0" b="4555"/>
          <a:stretch/>
        </p:blipFill>
        <p:spPr>
          <a:xfrm>
            <a:off x="5372640" y="0"/>
            <a:ext cx="3771000" cy="514332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Introduction to SIEM Tools</a:t>
            </a:r>
            <a:endParaRPr b="0" lang="fr-FR" sz="4000" spc="-1" strike="noStrike">
              <a:solidFill>
                <a:schemeClr val="dk1"/>
              </a:solidFill>
              <a:latin typeface="Arial"/>
            </a:endParaRPr>
          </a:p>
        </p:txBody>
      </p:sp>
      <p:sp>
        <p:nvSpPr>
          <p:cNvPr id="103"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Security Information and Event Management (SIEM) tools are crucial for SOC Analysts. They consolidate security data from various sources within an organization, allowing for real-time monitoring and correlations of events. SIEM systems play a pivotal role in detecting threats early, managing incidents, and ensuring compliance with regulatory requirements.</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Google Shape;178;p37" descr=""/>
          <p:cNvPicPr/>
          <p:nvPr/>
        </p:nvPicPr>
        <p:blipFill>
          <a:blip r:embed="rId1"/>
          <a:srcRect l="5252" t="0" r="5252" b="0"/>
          <a:stretch/>
        </p:blipFill>
        <p:spPr>
          <a:xfrm>
            <a:off x="0" y="0"/>
            <a:ext cx="3067920" cy="5143320"/>
          </a:xfrm>
          <a:prstGeom prst="rect">
            <a:avLst/>
          </a:prstGeom>
          <a:ln w="0">
            <a:noFill/>
          </a:ln>
        </p:spPr>
      </p:pic>
      <p:sp>
        <p:nvSpPr>
          <p:cNvPr id="105"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Popular SIEM tools include Splunk, IBM QRadar, Azure Sentinel, Elastic Security, and LogRhythm. Each of these platforms offers unique features that assist SOC Analysts in addressing security threats through log management, alert correlation, and providing actionable intelligence to improve overall security posture.</a:t>
            </a:r>
            <a:endParaRPr b="0" lang="fr-FR" sz="1400" spc="-1" strike="noStrike">
              <a:solidFill>
                <a:srgbClr val="000000"/>
              </a:solidFill>
              <a:latin typeface="Arial"/>
            </a:endParaRPr>
          </a:p>
        </p:txBody>
      </p:sp>
      <p:sp>
        <p:nvSpPr>
          <p:cNvPr id="106"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Syncopate"/>
                <a:ea typeface="Syncopate"/>
              </a:rPr>
              <a:t>Examples of Common Tools</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Data-Flow Infographic of SIEM</a:t>
            </a:r>
            <a:endParaRPr b="0" lang="fr-FR" sz="4000" spc="-1" strike="noStrike">
              <a:solidFill>
                <a:schemeClr val="dk1"/>
              </a:solidFill>
              <a:latin typeface="Arial"/>
            </a:endParaRPr>
          </a:p>
        </p:txBody>
      </p:sp>
      <p:sp>
        <p:nvSpPr>
          <p:cNvPr id="108"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The data-flow infographic for SIEM illustrates how data is ingested from different sources, such as servers, endpoints, and network devices, and processed within the SIEM system. This visualization helps highlight the flow of information leading to event correlation, alert generation, and incident response initiation.</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781200" y="1828800"/>
            <a:ext cx="4362120" cy="1409400"/>
          </a:xfrm>
          <a:prstGeom prst="rect">
            <a:avLst/>
          </a:prstGeom>
          <a:noFill/>
          <a:ln w="0">
            <a:noFill/>
          </a:ln>
        </p:spPr>
        <p:txBody>
          <a:bodyPr lIns="91440" rIns="91440" tIns="91440" bIns="91440" anchor="b">
            <a:normAutofit/>
          </a:bodyPr>
          <a:p>
            <a:pPr indent="0">
              <a:lnSpc>
                <a:spcPct val="100000"/>
              </a:lnSpc>
              <a:buNone/>
              <a:tabLst>
                <a:tab algn="l" pos="0"/>
              </a:tabLst>
            </a:pPr>
            <a:r>
              <a:rPr b="0" lang="en" sz="3900" spc="-1" strike="noStrike">
                <a:solidFill>
                  <a:schemeClr val="dk1"/>
                </a:solidFill>
                <a:latin typeface="Syncopate"/>
                <a:ea typeface="Syncopate"/>
              </a:rPr>
              <a:t>Career Path</a:t>
            </a:r>
            <a:endParaRPr b="0" lang="fr-FR" sz="3900" spc="-1" strike="noStrike">
              <a:solidFill>
                <a:schemeClr val="dk1"/>
              </a:solidFill>
              <a:latin typeface="Arial"/>
            </a:endParaRPr>
          </a:p>
        </p:txBody>
      </p:sp>
      <p:sp>
        <p:nvSpPr>
          <p:cNvPr id="110" name="PlaceHolder 2"/>
          <p:cNvSpPr>
            <a:spLocks noGrp="1"/>
          </p:cNvSpPr>
          <p:nvPr>
            <p:ph type="title"/>
          </p:nvPr>
        </p:nvSpPr>
        <p:spPr>
          <a:xfrm>
            <a:off x="4238640" y="638280"/>
            <a:ext cx="1285560" cy="828360"/>
          </a:xfrm>
          <a:prstGeom prst="rect">
            <a:avLst/>
          </a:prstGeom>
          <a:noFill/>
          <a:ln w="0">
            <a:noFill/>
          </a:ln>
        </p:spPr>
        <p:txBody>
          <a:bodyPr lIns="91440" rIns="91440" tIns="91440" bIns="91440" anchor="ctr">
            <a:normAutofit/>
          </a:bodyPr>
          <a:p>
            <a:pPr indent="0">
              <a:lnSpc>
                <a:spcPct val="100000"/>
              </a:lnSpc>
              <a:buNone/>
              <a:tabLst>
                <a:tab algn="l" pos="0"/>
              </a:tabLst>
            </a:pPr>
            <a:r>
              <a:rPr b="0" lang="en" sz="4300" spc="-1" strike="noStrike">
                <a:solidFill>
                  <a:schemeClr val="dk1"/>
                </a:solidFill>
                <a:latin typeface="Syncopate"/>
                <a:ea typeface="Syncopate"/>
              </a:rPr>
              <a:t>05</a:t>
            </a:r>
            <a:endParaRPr b="0" lang="fr-FR" sz="4300" spc="-1" strike="noStrike">
              <a:solidFill>
                <a:schemeClr val="dk1"/>
              </a:solidFill>
              <a:latin typeface="Arial"/>
            </a:endParaRPr>
          </a:p>
        </p:txBody>
      </p:sp>
      <p:sp>
        <p:nvSpPr>
          <p:cNvPr id="111" name="PlaceHolder 3"/>
          <p:cNvSpPr>
            <a:spLocks noGrp="1"/>
          </p:cNvSpPr>
          <p:nvPr>
            <p:ph type="subTitle"/>
          </p:nvPr>
        </p:nvSpPr>
        <p:spPr>
          <a:xfrm>
            <a:off x="781200" y="3295800"/>
            <a:ext cx="2695320" cy="647280"/>
          </a:xfrm>
          <a:prstGeom prst="rect">
            <a:avLst/>
          </a:prstGeom>
          <a:noFill/>
          <a:ln w="0">
            <a:noFill/>
          </a:ln>
        </p:spPr>
        <p:txBody>
          <a:bodyPr lIns="91440" rIns="91440" tIns="91440" bIns="91440" anchor="t">
            <a:normAutofit/>
          </a:bodyPr>
          <a:p>
            <a:pPr indent="0" algn="ctr">
              <a:buNone/>
            </a:pPr>
            <a:endParaRPr b="0" lang="en-US" sz="1600" spc="-1" strike="noStrike">
              <a:solidFill>
                <a:schemeClr val="dk1"/>
              </a:solidFill>
              <a:latin typeface="Cabin"/>
              <a:ea typeface="Cabin"/>
            </a:endParaRPr>
          </a:p>
        </p:txBody>
      </p:sp>
      <p:pic>
        <p:nvPicPr>
          <p:cNvPr id="112" name="Google Shape;167;p35" descr=""/>
          <p:cNvPicPr/>
          <p:nvPr/>
        </p:nvPicPr>
        <p:blipFill>
          <a:blip r:embed="rId1"/>
          <a:srcRect l="0" t="4545" r="0" b="4555"/>
          <a:stretch/>
        </p:blipFill>
        <p:spPr>
          <a:xfrm>
            <a:off x="5372640" y="0"/>
            <a:ext cx="3771000" cy="514332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3" name="Google Shape;178;p37" descr=""/>
          <p:cNvPicPr/>
          <p:nvPr/>
        </p:nvPicPr>
        <p:blipFill>
          <a:blip r:embed="rId1"/>
          <a:srcRect l="5252" t="0" r="5252" b="0"/>
          <a:stretch/>
        </p:blipFill>
        <p:spPr>
          <a:xfrm>
            <a:off x="0" y="0"/>
            <a:ext cx="3067920" cy="5143320"/>
          </a:xfrm>
          <a:prstGeom prst="rect">
            <a:avLst/>
          </a:prstGeom>
          <a:ln w="0">
            <a:noFill/>
          </a:ln>
        </p:spPr>
      </p:pic>
      <p:sp>
        <p:nvSpPr>
          <p:cNvPr id="114"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SOC roles typically follow a tiered structure, starting from Tier 1, which focuses on monitoring and triage of alerts, moving to Tier 2, which involves deeper analysis and incident handling, and advanced roles in Tier 3 that require specialized skills such as threat hunting and forensics.</a:t>
            </a:r>
            <a:endParaRPr b="0" lang="fr-FR" sz="1400" spc="-1" strike="noStrike">
              <a:solidFill>
                <a:srgbClr val="000000"/>
              </a:solidFill>
              <a:latin typeface="Arial"/>
            </a:endParaRPr>
          </a:p>
        </p:txBody>
      </p:sp>
      <p:sp>
        <p:nvSpPr>
          <p:cNvPr id="115"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fontScale="90028"/>
          </a:bodyPr>
          <a:p>
            <a:pPr indent="0">
              <a:lnSpc>
                <a:spcPct val="100000"/>
              </a:lnSpc>
              <a:buNone/>
              <a:tabLst>
                <a:tab algn="l" pos="0"/>
              </a:tabLst>
            </a:pPr>
            <a:r>
              <a:rPr b="0" lang="en" sz="3000" spc="-1" strike="noStrike">
                <a:solidFill>
                  <a:schemeClr val="dk1"/>
                </a:solidFill>
                <a:latin typeface="Syncopate"/>
                <a:ea typeface="Syncopate"/>
              </a:rPr>
              <a:t>Tier Progression: Tier 1 to Tier 3</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Potential Growth Areas</a:t>
            </a:r>
            <a:endParaRPr b="0" lang="fr-FR" sz="4000" spc="-1" strike="noStrike">
              <a:solidFill>
                <a:schemeClr val="dk1"/>
              </a:solidFill>
              <a:latin typeface="Arial"/>
            </a:endParaRPr>
          </a:p>
        </p:txBody>
      </p:sp>
      <p:sp>
        <p:nvSpPr>
          <p:cNvPr id="117"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Beyond traditional SOC Analyst roles, professionals can advance into positions such as Threat Hunter, Incident Responder, or Cybersecurity Consultant. Continuous learning and adaptation to evolving threats create opportunities for specialization in emerging areas like threat intelligence, cloud security, and compliance.</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714240" y="790560"/>
            <a:ext cx="7714800" cy="694800"/>
          </a:xfrm>
          <a:prstGeom prst="rect">
            <a:avLst/>
          </a:prstGeom>
          <a:noFill/>
          <a:ln w="0">
            <a:noFill/>
          </a:ln>
        </p:spPr>
        <p:txBody>
          <a:bodyPr lIns="91440" rIns="91440" tIns="91440" bIns="91440" anchor="t">
            <a:normAutofit fontScale="84006"/>
          </a:bodyPr>
          <a:p>
            <a:pPr indent="0">
              <a:lnSpc>
                <a:spcPct val="100000"/>
              </a:lnSpc>
              <a:buNone/>
              <a:tabLst>
                <a:tab algn="l" pos="0"/>
              </a:tabLst>
            </a:pPr>
            <a:r>
              <a:rPr b="0" lang="en" sz="4000" spc="-1" strike="noStrike">
                <a:solidFill>
                  <a:schemeClr val="dk1"/>
                </a:solidFill>
                <a:latin typeface="Syncopate"/>
                <a:ea typeface="Syncopate"/>
              </a:rPr>
              <a:t>Recommended Certifications</a:t>
            </a:r>
            <a:endParaRPr b="0" lang="fr-FR" sz="4000" spc="-1" strike="noStrike">
              <a:solidFill>
                <a:schemeClr val="dk1"/>
              </a:solidFill>
              <a:latin typeface="Arial"/>
            </a:endParaRPr>
          </a:p>
        </p:txBody>
      </p:sp>
      <p:sp>
        <p:nvSpPr>
          <p:cNvPr id="119" name="PlaceHolder 2"/>
          <p:cNvSpPr>
            <a:spLocks noGrp="1"/>
          </p:cNvSpPr>
          <p:nvPr>
            <p:ph/>
          </p:nvPr>
        </p:nvSpPr>
        <p:spPr>
          <a:xfrm>
            <a:off x="3352680" y="2400480"/>
            <a:ext cx="5076360" cy="1952280"/>
          </a:xfrm>
          <a:prstGeom prst="rect">
            <a:avLst/>
          </a:prstGeom>
          <a:noFill/>
          <a:ln w="0">
            <a:noFill/>
          </a:ln>
        </p:spPr>
        <p:txBody>
          <a:bodyPr lIns="91440" rIns="91440" tIns="91440" bIns="91440" anchor="t">
            <a:normAutofit/>
          </a:bodyPr>
          <a:p>
            <a:pPr indent="0">
              <a:lnSpc>
                <a:spcPct val="100000"/>
              </a:lnSpc>
              <a:buNone/>
              <a:tabLst>
                <a:tab algn="l" pos="0"/>
              </a:tabLst>
            </a:pPr>
            <a:r>
              <a:rPr b="0" lang="en" sz="1200" spc="-1" strike="noStrike">
                <a:solidFill>
                  <a:schemeClr val="dk1"/>
                </a:solidFill>
                <a:latin typeface="Cabin"/>
                <a:ea typeface="Cabin"/>
              </a:rPr>
              <a:t>To enhance career prospects, SOC Analysts should consider pursuing relevant certifications such as CompTIA Security+, EC-Council Certified Security Analyst (CSA), Splunk Core Certified Power User, and GIAC Certified Intrusion Analyst (GCIA). These certifications validate expertise and can significantly improve employability in the field.</a:t>
            </a:r>
            <a:endParaRPr b="0" lang="fr-F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Google Shape;178;p37" descr=""/>
          <p:cNvPicPr/>
          <p:nvPr/>
        </p:nvPicPr>
        <p:blipFill>
          <a:blip r:embed="rId1"/>
          <a:srcRect l="5252" t="0" r="5252" b="0"/>
          <a:stretch/>
        </p:blipFill>
        <p:spPr>
          <a:xfrm>
            <a:off x="0" y="0"/>
            <a:ext cx="3067920" cy="5143320"/>
          </a:xfrm>
          <a:prstGeom prst="rect">
            <a:avLst/>
          </a:prstGeom>
          <a:ln w="0">
            <a:noFill/>
          </a:ln>
        </p:spPr>
      </p:pic>
      <p:sp>
        <p:nvSpPr>
          <p:cNvPr id="121" name="PlaceHolder 1"/>
          <p:cNvSpPr>
            <a:spLocks noGrp="1"/>
          </p:cNvSpPr>
          <p:nvPr>
            <p:ph/>
          </p:nvPr>
        </p:nvSpPr>
        <p:spPr>
          <a:xfrm>
            <a:off x="3790800" y="1962000"/>
            <a:ext cx="4657320" cy="2219040"/>
          </a:xfrm>
          <a:prstGeom prst="rect">
            <a:avLst/>
          </a:prstGeom>
          <a:noFill/>
          <a:ln w="0">
            <a:noFill/>
          </a:ln>
        </p:spPr>
        <p:txBody>
          <a:bodyPr lIns="91440" rIns="91440" tIns="91440" bIns="91440" anchor="t">
            <a:normAutofit/>
          </a:bodyPr>
          <a:p>
            <a:pPr indent="0">
              <a:lnSpc>
                <a:spcPct val="100000"/>
              </a:lnSpc>
              <a:buNone/>
              <a:tabLst>
                <a:tab algn="l" pos="0"/>
              </a:tabLst>
            </a:pPr>
            <a:r>
              <a:rPr b="0" lang="en" sz="1400" spc="-1" strike="noStrike">
                <a:solidFill>
                  <a:schemeClr val="dk1"/>
                </a:solidFill>
                <a:latin typeface="Cabin"/>
                <a:ea typeface="Cabin"/>
              </a:rPr>
              <a:t>In summary, a successful career as a SOC Analyst demands a combination of technical skills, analytical thinking, and effective communication. By leveraging the right tools and continuously pursuing professional development, individuals can advance through the cybersecurity landscape, ultimately contributing to the protection of organizational assets against ever-evolving threats.</a:t>
            </a:r>
            <a:endParaRPr b="0" lang="fr-FR" sz="1400" spc="-1" strike="noStrike">
              <a:solidFill>
                <a:srgbClr val="000000"/>
              </a:solidFill>
              <a:latin typeface="Arial"/>
            </a:endParaRPr>
          </a:p>
        </p:txBody>
      </p:sp>
      <p:sp>
        <p:nvSpPr>
          <p:cNvPr id="122" name="PlaceHolder 2"/>
          <p:cNvSpPr>
            <a:spLocks noGrp="1"/>
          </p:cNvSpPr>
          <p:nvPr>
            <p:ph type="title"/>
          </p:nvPr>
        </p:nvSpPr>
        <p:spPr>
          <a:xfrm>
            <a:off x="3409920" y="447840"/>
            <a:ext cx="4657320" cy="1009440"/>
          </a:xfrm>
          <a:prstGeom prst="rect">
            <a:avLst/>
          </a:prstGeom>
          <a:noFill/>
          <a:ln w="0">
            <a:noFill/>
          </a:ln>
        </p:spPr>
        <p:txBody>
          <a:bodyPr lIns="91440" rIns="91440" tIns="91440" bIns="91440" anchor="t">
            <a:normAutofit/>
          </a:bodyPr>
          <a:p>
            <a:pPr indent="0">
              <a:lnSpc>
                <a:spcPct val="100000"/>
              </a:lnSpc>
              <a:buNone/>
              <a:tabLst>
                <a:tab algn="l" pos="0"/>
              </a:tabLst>
            </a:pPr>
            <a:r>
              <a:rPr b="0" lang="en" sz="3000" spc="-1" strike="noStrike">
                <a:solidFill>
                  <a:schemeClr val="dk1"/>
                </a:solidFill>
                <a:latin typeface="Syncopate"/>
                <a:ea typeface="Syncopate"/>
              </a:rPr>
              <a:t>Conclusions</a:t>
            </a:r>
            <a:endParaRPr b="0" lang="fr-FR" sz="30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019400" y="809640"/>
            <a:ext cx="4409640" cy="961560"/>
          </a:xfrm>
          <a:prstGeom prst="rect">
            <a:avLst/>
          </a:prstGeom>
          <a:noFill/>
          <a:ln w="0">
            <a:noFill/>
          </a:ln>
        </p:spPr>
        <p:txBody>
          <a:bodyPr lIns="91440" rIns="91440" tIns="91440" bIns="91440" anchor="b">
            <a:normAutofit fontScale="90349"/>
          </a:bodyPr>
          <a:p>
            <a:pPr indent="0" algn="r">
              <a:lnSpc>
                <a:spcPct val="100000"/>
              </a:lnSpc>
              <a:buNone/>
              <a:tabLst>
                <a:tab algn="l" pos="0"/>
              </a:tabLst>
            </a:pPr>
            <a:r>
              <a:rPr b="0" lang="en" sz="5800" spc="-1" strike="noStrike">
                <a:solidFill>
                  <a:schemeClr val="lt1"/>
                </a:solidFill>
                <a:latin typeface="Syncopate"/>
                <a:ea typeface="Syncopate"/>
              </a:rPr>
              <a:t>Thank you!</a:t>
            </a:r>
            <a:endParaRPr b="0" lang="fr-FR" sz="5800" spc="-1" strike="noStrike">
              <a:solidFill>
                <a:schemeClr val="dk1"/>
              </a:solidFill>
              <a:latin typeface="Arial"/>
            </a:endParaRPr>
          </a:p>
        </p:txBody>
      </p:sp>
      <p:sp>
        <p:nvSpPr>
          <p:cNvPr id="124" name="PlaceHolder 2"/>
          <p:cNvSpPr>
            <a:spLocks noGrp="1"/>
          </p:cNvSpPr>
          <p:nvPr>
            <p:ph type="subTitle"/>
          </p:nvPr>
        </p:nvSpPr>
        <p:spPr>
          <a:xfrm>
            <a:off x="4438800" y="1695600"/>
            <a:ext cx="3990600" cy="1228320"/>
          </a:xfrm>
          <a:prstGeom prst="rect">
            <a:avLst/>
          </a:prstGeom>
          <a:noFill/>
          <a:ln w="0">
            <a:noFill/>
          </a:ln>
        </p:spPr>
        <p:txBody>
          <a:bodyPr lIns="91440" rIns="91440" tIns="91440" bIns="91440" anchor="t">
            <a:normAutofit/>
          </a:bodyPr>
          <a:p>
            <a:pPr indent="0" algn="r">
              <a:lnSpc>
                <a:spcPct val="100000"/>
              </a:lnSpc>
              <a:buNone/>
              <a:tabLst>
                <a:tab algn="l" pos="0"/>
              </a:tabLst>
            </a:pPr>
            <a:r>
              <a:rPr b="0" lang="en" sz="1400" spc="-1" strike="noStrike">
                <a:solidFill>
                  <a:schemeClr val="dk1"/>
                </a:solidFill>
                <a:latin typeface="Cabin"/>
                <a:ea typeface="Cabin"/>
              </a:rPr>
              <a:t>Do you have any questions?</a:t>
            </a:r>
            <a:endParaRPr b="0" lang="en-US" sz="1400" spc="-1" strike="noStrike">
              <a:solidFill>
                <a:srgbClr val="ffffff"/>
              </a:solidFill>
              <a:latin typeface="OpenSymbol"/>
            </a:endParaRPr>
          </a:p>
        </p:txBody>
      </p:sp>
      <p:grpSp>
        <p:nvGrpSpPr>
          <p:cNvPr id="125" name="Google Shape;298;p46"/>
          <p:cNvGrpSpPr/>
          <p:nvPr/>
        </p:nvGrpSpPr>
        <p:grpSpPr>
          <a:xfrm>
            <a:off x="6944040" y="3053520"/>
            <a:ext cx="275760" cy="275760"/>
            <a:chOff x="6944040" y="3053520"/>
            <a:chExt cx="275760" cy="275760"/>
          </a:xfrm>
        </p:grpSpPr>
        <p:sp>
          <p:nvSpPr>
            <p:cNvPr id="126" name="Google Shape;299;p46"/>
            <p:cNvSpPr/>
            <p:nvPr/>
          </p:nvSpPr>
          <p:spPr>
            <a:xfrm>
              <a:off x="6944040" y="3053520"/>
              <a:ext cx="275760" cy="275760"/>
            </a:xfrm>
            <a:custGeom>
              <a:avLst/>
              <a:gdLst>
                <a:gd name="textAreaLeft" fmla="*/ 0 w 275760"/>
                <a:gd name="textAreaRight" fmla="*/ 276120 w 275760"/>
                <a:gd name="textAreaTop" fmla="*/ 0 h 275760"/>
                <a:gd name="textAreaBottom" fmla="*/ 276120 h 275760"/>
              </a:gdLst>
              <a:ah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7" name="Google Shape;300;p46"/>
            <p:cNvSpPr/>
            <p:nvPr/>
          </p:nvSpPr>
          <p:spPr>
            <a:xfrm>
              <a:off x="7008120" y="3119040"/>
              <a:ext cx="146880" cy="144000"/>
            </a:xfrm>
            <a:custGeom>
              <a:avLst/>
              <a:gdLst>
                <a:gd name="textAreaLeft" fmla="*/ 0 w 146880"/>
                <a:gd name="textAreaRight" fmla="*/ 147240 w 146880"/>
                <a:gd name="textAreaTop" fmla="*/ 0 h 144000"/>
                <a:gd name="textAreaBottom" fmla="*/ 144360 h 144000"/>
              </a:gdLst>
              <a:ah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28" name="Google Shape;301;p46"/>
            <p:cNvSpPr/>
            <p:nvPr/>
          </p:nvSpPr>
          <p:spPr>
            <a:xfrm>
              <a:off x="7138080" y="3089160"/>
              <a:ext cx="37440" cy="37080"/>
            </a:xfrm>
            <a:custGeom>
              <a:avLst/>
              <a:gdLst>
                <a:gd name="textAreaLeft" fmla="*/ 0 w 37440"/>
                <a:gd name="textAreaRight" fmla="*/ 37800 w 37440"/>
                <a:gd name="textAreaTop" fmla="*/ 0 h 37080"/>
                <a:gd name="textAreaBottom" fmla="*/ 37440 h 37080"/>
              </a:gdLst>
              <a:ah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pc="-1" strike="noStrike">
                <a:solidFill>
                  <a:srgbClr val="000000"/>
                </a:solidFill>
                <a:latin typeface="OpenSymbol"/>
              </a:endParaRPr>
            </a:p>
          </p:txBody>
        </p:sp>
      </p:grpSp>
      <p:grpSp>
        <p:nvGrpSpPr>
          <p:cNvPr id="129" name="Google Shape;302;p46"/>
          <p:cNvGrpSpPr/>
          <p:nvPr/>
        </p:nvGrpSpPr>
        <p:grpSpPr>
          <a:xfrm>
            <a:off x="7505280" y="3072240"/>
            <a:ext cx="266400" cy="238320"/>
            <a:chOff x="7505280" y="3072240"/>
            <a:chExt cx="266400" cy="238320"/>
          </a:xfrm>
        </p:grpSpPr>
        <p:sp>
          <p:nvSpPr>
            <p:cNvPr id="130" name="Google Shape;303;p46"/>
            <p:cNvSpPr/>
            <p:nvPr/>
          </p:nvSpPr>
          <p:spPr>
            <a:xfrm>
              <a:off x="7514640" y="3156480"/>
              <a:ext cx="60840" cy="154080"/>
            </a:xfrm>
            <a:custGeom>
              <a:avLst/>
              <a:gdLst>
                <a:gd name="textAreaLeft" fmla="*/ 0 w 60840"/>
                <a:gd name="textAreaRight" fmla="*/ 61200 w 60840"/>
                <a:gd name="textAreaTop" fmla="*/ 0 h 154080"/>
                <a:gd name="textAreaBottom" fmla="*/ 154440 h 154080"/>
              </a:gdLst>
              <a:ah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1" name="Google Shape;304;p46"/>
            <p:cNvSpPr/>
            <p:nvPr/>
          </p:nvSpPr>
          <p:spPr>
            <a:xfrm>
              <a:off x="7505280" y="3072240"/>
              <a:ext cx="70200" cy="70200"/>
            </a:xfrm>
            <a:custGeom>
              <a:avLst/>
              <a:gdLst>
                <a:gd name="textAreaLeft" fmla="*/ 0 w 70200"/>
                <a:gd name="textAreaRight" fmla="*/ 70560 w 70200"/>
                <a:gd name="textAreaTop" fmla="*/ 0 h 70200"/>
                <a:gd name="textAreaBottom" fmla="*/ 70560 h 70200"/>
              </a:gdLst>
              <a:ah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pc="-1" strike="noStrike">
                <a:solidFill>
                  <a:srgbClr val="000000"/>
                </a:solidFill>
                <a:latin typeface="OpenSymbol"/>
              </a:endParaRPr>
            </a:p>
          </p:txBody>
        </p:sp>
        <p:sp>
          <p:nvSpPr>
            <p:cNvPr id="132" name="Google Shape;305;p46"/>
            <p:cNvSpPr/>
            <p:nvPr/>
          </p:nvSpPr>
          <p:spPr>
            <a:xfrm>
              <a:off x="7607880" y="3156480"/>
              <a:ext cx="163800" cy="154080"/>
            </a:xfrm>
            <a:custGeom>
              <a:avLst/>
              <a:gdLst>
                <a:gd name="textAreaLeft" fmla="*/ 0 w 163800"/>
                <a:gd name="textAreaRight" fmla="*/ 164160 w 163800"/>
                <a:gd name="textAreaTop" fmla="*/ 0 h 154080"/>
                <a:gd name="textAreaBottom" fmla="*/ 154440 h 154080"/>
              </a:gdLst>
              <a:ah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pc="-1" strike="noStrike">
                <a:solidFill>
                  <a:srgbClr val="000000"/>
                </a:solidFill>
                <a:latin typeface="OpenSymbol"/>
              </a:endParaRPr>
            </a:p>
          </p:txBody>
        </p:sp>
      </p:grpSp>
      <p:sp>
        <p:nvSpPr>
          <p:cNvPr id="133" name="Google Shape;306;p46"/>
          <p:cNvSpPr/>
          <p:nvPr/>
        </p:nvSpPr>
        <p:spPr>
          <a:xfrm>
            <a:off x="4705200" y="4067280"/>
            <a:ext cx="3723840" cy="256680"/>
          </a:xfrm>
          <a:prstGeom prst="rect">
            <a:avLst/>
          </a:prstGeom>
          <a:noFill/>
          <a:ln w="0">
            <a:noFill/>
          </a:ln>
        </p:spPr>
        <p:style>
          <a:lnRef idx="0"/>
          <a:fillRef idx="0"/>
          <a:effectRef idx="0"/>
          <a:fontRef idx="minor"/>
        </p:style>
        <p:txBody>
          <a:bodyPr lIns="870823080" rIns="870823080" tIns="128520" bIns="128520" anchor="t">
            <a:normAutofit/>
          </a:bodyPr>
          <a:p>
            <a:pPr algn="r" defTabSz="914400">
              <a:lnSpc>
                <a:spcPct val="100000"/>
              </a:lnSpc>
              <a:tabLst>
                <a:tab algn="l" pos="0"/>
              </a:tabLst>
            </a:pPr>
            <a:r>
              <a:rPr b="0" lang="en" sz="1200" spc="-1" strike="noStrike">
                <a:solidFill>
                  <a:schemeClr val="dk1"/>
                </a:solidFill>
                <a:latin typeface="Arial"/>
              </a:rPr>
              <a:t>+00 000 000 000</a:t>
            </a:r>
            <a:endParaRPr b="0" lang="en-US" sz="1200" spc="-1" strike="noStrike">
              <a:solidFill>
                <a:srgbClr val="ffffff"/>
              </a:solidFill>
              <a:latin typeface="OpenSymbol"/>
            </a:endParaRPr>
          </a:p>
        </p:txBody>
      </p:sp>
      <p:sp>
        <p:nvSpPr>
          <p:cNvPr id="134" name="Google Shape;307;p46"/>
          <p:cNvSpPr/>
          <p:nvPr/>
        </p:nvSpPr>
        <p:spPr>
          <a:xfrm>
            <a:off x="8067600" y="3055680"/>
            <a:ext cx="268200" cy="273960"/>
          </a:xfrm>
          <a:custGeom>
            <a:avLst/>
            <a:gdLst>
              <a:gd name="textAreaLeft" fmla="*/ 0 w 268200"/>
              <a:gd name="textAreaRight" fmla="*/ 268560 w 268200"/>
              <a:gd name="textAreaTop" fmla="*/ 0 h 273960"/>
              <a:gd name="textAreaBottom" fmla="*/ 274320 h 273960"/>
            </a:gdLst>
            <a:ah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pc="-1" strike="noStrike">
              <a:solidFill>
                <a:srgbClr val="000000"/>
              </a:solidFill>
              <a:latin typeface="OpenSymbol"/>
            </a:endParaRPr>
          </a:p>
        </p:txBody>
      </p:sp>
      <p:pic>
        <p:nvPicPr>
          <p:cNvPr id="135" name="Google Shape;308;p46" descr=""/>
          <p:cNvPicPr/>
          <p:nvPr/>
        </p:nvPicPr>
        <p:blipFill>
          <a:blip r:embed="rId1"/>
          <a:srcRect l="4815" t="0" r="4807" b="0"/>
          <a:stretch/>
        </p:blipFill>
        <p:spPr>
          <a:xfrm>
            <a:off x="0" y="0"/>
            <a:ext cx="3097800" cy="514332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5.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6.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7.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8.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9.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1.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2.xml><?xml version="1.0" encoding="utf-8"?>
<a:theme xmlns:a="http://schemas.openxmlformats.org/drawingml/2006/main" xmlns:r="http://schemas.openxmlformats.org/officeDocument/2006/relationships"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3.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5.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6.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7.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8.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LibreOffice/7.6.7.2$Linux_X86_64 LibreOffice_project/60$Build-2</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2025-06-12T01:13:21Z</dcterms:created>
  <dc:creator>Unknown Creator</dc:creator>
  <dc:description/>
  <dc:language>en-US</dc:language>
  <cp:lastModifiedBy>Unknown Creator</cp:lastModifiedBy>
  <dcterms:modified xsi:type="dcterms:W3CDTF">2025-06-12T01:13:21Z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24</vt:r8>
  </property>
</Properties>
</file>