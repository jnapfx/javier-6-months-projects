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4187" r:id="rId1"/>
  </p:sldMasterIdLst>
  <p:sldIdLst>
    <p:sldId id="256" r:id="rId2"/>
    <p:sldId id="257" r:id="rId3"/>
    <p:sldId id="258" r:id="rId4"/>
    <p:sldId id="260" r:id="rId5"/>
    <p:sldId id="259" r:id="rId6"/>
    <p:sldId id="262" r:id="rId7"/>
    <p:sldId id="261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7"/>
    <p:restoredTop sz="94756"/>
  </p:normalViewPr>
  <p:slideViewPr>
    <p:cSldViewPr snapToGrid="0">
      <p:cViewPr>
        <p:scale>
          <a:sx n="100" d="100"/>
          <a:sy n="100" d="100"/>
        </p:scale>
        <p:origin x="1024" y="4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7/24/25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4876567"/>
      </p:ext>
    </p:extLst>
  </p:cSld>
  <p:clrMapOvr>
    <a:masterClrMapping/>
  </p:clrMapOvr>
  <p:transition spd="slow">
    <p:push dir="u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7/24/25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70903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7/24/25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4136003"/>
      </p:ext>
    </p:extLst>
  </p:cSld>
  <p:clrMapOvr>
    <a:masterClrMapping/>
  </p:clrMapOvr>
  <p:transition spd="slow">
    <p:push dir="u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7/24/25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93819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7/24/25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87678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7/24/25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1390528"/>
      </p:ext>
    </p:extLst>
  </p:cSld>
  <p:clrMapOvr>
    <a:masterClrMapping/>
  </p:clrMapOvr>
  <p:transition spd="slow">
    <p:push dir="u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7/24/25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3950422"/>
      </p:ext>
    </p:extLst>
  </p:cSld>
  <p:clrMapOvr>
    <a:masterClrMapping/>
  </p:clrMapOvr>
  <p:transition spd="slow">
    <p:push dir="u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7/24/25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0374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7/24/25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4255572"/>
      </p:ext>
    </p:extLst>
  </p:cSld>
  <p:clrMapOvr>
    <a:masterClrMapping/>
  </p:clrMapOvr>
  <p:transition spd="slow">
    <p:push dir="u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7/24/25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21313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7/24/25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0655186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7/24/25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67817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7/24/25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9435768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7/24/25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90408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7/24/25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847333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7/24/25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45359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smtClean="0"/>
              <a:pPr/>
              <a:t>7/24/25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894218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188" r:id="rId1"/>
    <p:sldLayoutId id="2147484189" r:id="rId2"/>
    <p:sldLayoutId id="2147484190" r:id="rId3"/>
    <p:sldLayoutId id="2147484191" r:id="rId4"/>
    <p:sldLayoutId id="2147484192" r:id="rId5"/>
    <p:sldLayoutId id="2147484193" r:id="rId6"/>
    <p:sldLayoutId id="2147484194" r:id="rId7"/>
    <p:sldLayoutId id="2147484195" r:id="rId8"/>
    <p:sldLayoutId id="2147484196" r:id="rId9"/>
    <p:sldLayoutId id="2147484197" r:id="rId10"/>
    <p:sldLayoutId id="2147484198" r:id="rId11"/>
    <p:sldLayoutId id="2147484199" r:id="rId12"/>
    <p:sldLayoutId id="2147484200" r:id="rId13"/>
    <p:sldLayoutId id="2147484201" r:id="rId14"/>
    <p:sldLayoutId id="2147484202" r:id="rId15"/>
    <p:sldLayoutId id="2147484203" r:id="rId16"/>
  </p:sldLayoutIdLst>
  <p:transition spd="slow">
    <p:push dir="u"/>
  </p:transition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B27ACE-9194-342C-B3FC-DA62488EC76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>
                <a:latin typeface="Aptos" panose="020B0004020202020204" pitchFamily="34" charset="0"/>
              </a:rPr>
              <a:t>Status update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FEB7E6-F3BE-4BC8-5A48-CDEE51AD4C4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July 24, 2025</a:t>
            </a:r>
          </a:p>
        </p:txBody>
      </p:sp>
    </p:spTree>
    <p:extLst>
      <p:ext uri="{BB962C8B-B14F-4D97-AF65-F5344CB8AC3E}">
        <p14:creationId xmlns:p14="http://schemas.microsoft.com/office/powerpoint/2010/main" val="3790053630"/>
      </p:ext>
    </p:extLst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68BE16-84DC-DCFD-B46E-553D6DD0EC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4F9D4D9-9449-8B44-6A8B-FA4E360C90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09121" y="2222339"/>
            <a:ext cx="4625593" cy="2685328"/>
          </a:xfrm>
        </p:spPr>
        <p:txBody>
          <a:bodyPr>
            <a:normAutofit/>
          </a:bodyPr>
          <a:lstStyle/>
          <a:p>
            <a:pPr algn="l"/>
            <a:r>
              <a:rPr lang="en-US" sz="2400" b="1" dirty="0"/>
              <a:t>Focused on three main areas:</a:t>
            </a:r>
            <a:br>
              <a:rPr lang="en-US" sz="2400" dirty="0"/>
            </a:br>
            <a:r>
              <a:rPr lang="en-US" sz="2400" dirty="0"/>
              <a:t>Threat analysis</a:t>
            </a:r>
            <a:br>
              <a:rPr lang="en-US" sz="2400" dirty="0"/>
            </a:br>
            <a:r>
              <a:rPr lang="en-US" sz="2400" dirty="0"/>
              <a:t>Vulnerability assessment</a:t>
            </a:r>
            <a:br>
              <a:rPr lang="en-US" sz="2400" dirty="0"/>
            </a:br>
            <a:r>
              <a:rPr lang="en-US" sz="2400" dirty="0"/>
              <a:t>Risk management</a:t>
            </a:r>
          </a:p>
          <a:p>
            <a:endParaRPr lang="en-US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463B63EE-F1C5-CCBC-3B88-4065FE7E2C49}"/>
              </a:ext>
            </a:extLst>
          </p:cNvPr>
          <p:cNvSpPr/>
          <p:nvPr/>
        </p:nvSpPr>
        <p:spPr>
          <a:xfrm>
            <a:off x="3822390" y="2768261"/>
            <a:ext cx="162045" cy="16204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BA0220BF-B783-43C3-FDC1-96C363A81F51}"/>
              </a:ext>
            </a:extLst>
          </p:cNvPr>
          <p:cNvSpPr/>
          <p:nvPr/>
        </p:nvSpPr>
        <p:spPr>
          <a:xfrm>
            <a:off x="3822389" y="3127395"/>
            <a:ext cx="162045" cy="16204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4B72513-0607-D21C-8FF3-F5351A93A0A0}"/>
              </a:ext>
            </a:extLst>
          </p:cNvPr>
          <p:cNvSpPr/>
          <p:nvPr/>
        </p:nvSpPr>
        <p:spPr>
          <a:xfrm>
            <a:off x="3822389" y="3483980"/>
            <a:ext cx="162045" cy="16204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9613700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B8AFFA-773C-3164-EA14-B2BDF6B392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FD4AE7-C2AC-7F52-EB27-CFA1A7A3AC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1567" y="2036234"/>
            <a:ext cx="7766936" cy="1646302"/>
          </a:xfrm>
        </p:spPr>
        <p:txBody>
          <a:bodyPr/>
          <a:lstStyle/>
          <a:p>
            <a:r>
              <a:rPr lang="en-US" b="1" dirty="0"/>
              <a:t>Threat Analysis</a:t>
            </a:r>
            <a:r>
              <a:rPr lang="en-US" dirty="0"/>
              <a:t> 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1BFFD59-E328-22B2-33A4-683816F76B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5761101"/>
            <a:ext cx="7766936" cy="1096899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3283554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1BA763-F71C-1845-9D57-7474232454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62AB57-5E00-03A8-6609-3B1056DFC0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337734" y="2072449"/>
            <a:ext cx="11167533" cy="1646302"/>
          </a:xfrm>
        </p:spPr>
        <p:txBody>
          <a:bodyPr/>
          <a:lstStyle/>
          <a:p>
            <a:r>
              <a:rPr lang="en-US" b="1" dirty="0"/>
              <a:t>Vulnerability Assessment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6D8D449-85CD-0EFA-825B-1AB6D18141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5761101"/>
            <a:ext cx="7766936" cy="1096899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0289557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26DE98-CEB5-648C-D4B2-9F4F29120A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6BC1EC-12B3-7AD8-1FE1-A5BF608FA5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86367" y="2112434"/>
            <a:ext cx="7766936" cy="1646302"/>
          </a:xfrm>
        </p:spPr>
        <p:txBody>
          <a:bodyPr/>
          <a:lstStyle/>
          <a:p>
            <a:r>
              <a:rPr lang="en-US" b="1" dirty="0"/>
              <a:t>Risk Management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573AA9-B31A-5BED-EC47-1698B319A0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5761101"/>
            <a:ext cx="7766936" cy="1096899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0728205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CC3898-A5AF-D49A-BC60-A21FCDAF35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71287052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018647-F299-3B03-4E8F-5626AD3AEE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23D1C4-758D-91C9-3F6A-E0000110E4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8967" y="2163234"/>
            <a:ext cx="7766936" cy="1646302"/>
          </a:xfrm>
        </p:spPr>
        <p:txBody>
          <a:bodyPr/>
          <a:lstStyle/>
          <a:p>
            <a:r>
              <a:rPr lang="en-US" b="1" dirty="0"/>
              <a:t>Thank you.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E362280-13CA-C74D-CCC4-DF0F365E92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5761101"/>
            <a:ext cx="7766936" cy="1096899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4482376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Candara">
      <a:majorFont>
        <a:latin typeface="Candara" panose="020E0502030303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ndara" panose="020E0502030303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8C59B386-999D-4CB6-B907-9F3997C027C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51</TotalTime>
  <Words>30</Words>
  <Application>Microsoft Macintosh PowerPoint</Application>
  <PresentationFormat>Widescreen</PresentationFormat>
  <Paragraphs>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Aptos</vt:lpstr>
      <vt:lpstr>Arial</vt:lpstr>
      <vt:lpstr>Candara</vt:lpstr>
      <vt:lpstr>Wingdings 3</vt:lpstr>
      <vt:lpstr>Facet</vt:lpstr>
      <vt:lpstr>Status update</vt:lpstr>
      <vt:lpstr>PowerPoint Presentation</vt:lpstr>
      <vt:lpstr>Threat Analysis  </vt:lpstr>
      <vt:lpstr>Vulnerability Assessment</vt:lpstr>
      <vt:lpstr>Risk Management</vt:lpstr>
      <vt:lpstr>PowerPoint Presentation</vt:lpstr>
      <vt:lpstr>Thank you.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Javier Napoles</dc:creator>
  <cp:lastModifiedBy>Javier Napoles</cp:lastModifiedBy>
  <cp:revision>1</cp:revision>
  <dcterms:created xsi:type="dcterms:W3CDTF">2025-07-24T17:48:21Z</dcterms:created>
  <dcterms:modified xsi:type="dcterms:W3CDTF">2025-07-24T18:39:42Z</dcterms:modified>
</cp:coreProperties>
</file>