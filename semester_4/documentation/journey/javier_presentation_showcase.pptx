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20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5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52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56667"/>
            <a:ext cx="4880134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 Journey Into Cybersecurity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01039"/>
            <a:ext cx="48801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168015"/>
            <a:ext cx="48801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Javier Napoles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80190" y="3734991"/>
            <a:ext cx="488013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creative professional's path from graphic design to securing digital landscapes, blending creativity with technical defense skills.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1346" y="985004"/>
            <a:ext cx="2122765" cy="212538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1346" y="3365540"/>
            <a:ext cx="2117050" cy="26939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721346" y="6314599"/>
            <a:ext cx="21227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280190" y="71367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044" y="574715"/>
            <a:ext cx="5222319" cy="652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Who I Am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1044" y="1775579"/>
            <a:ext cx="6329363" cy="1666756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184" y="1775579"/>
            <a:ext cx="91440" cy="1666756"/>
          </a:xfrm>
          <a:prstGeom prst="roundRect">
            <a:avLst>
              <a:gd name="adj" fmla="val 9594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031319" y="2007275"/>
            <a:ext cx="2611160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Background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31319" y="2542461"/>
            <a:ext cx="5797391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Born and raised in Venezuela, now based in Stamford, Connecticut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044" y="3651171"/>
            <a:ext cx="6329363" cy="1666756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184" y="3651171"/>
            <a:ext cx="91440" cy="1666756"/>
          </a:xfrm>
          <a:prstGeom prst="roundRect">
            <a:avLst>
              <a:gd name="adj" fmla="val 95949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1031319" y="3882866"/>
            <a:ext cx="3087529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Experience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031319" y="4418052"/>
            <a:ext cx="5797391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years in graphic design &amp; video editing, developing creative solutions and visual storytelling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044" y="5526762"/>
            <a:ext cx="6329363" cy="1666756"/>
          </a:xfrm>
          <a:prstGeom prst="roundRect">
            <a:avLst>
              <a:gd name="adj" fmla="val 658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184" y="5526762"/>
            <a:ext cx="91440" cy="1666756"/>
          </a:xfrm>
          <a:prstGeom prst="roundRect">
            <a:avLst>
              <a:gd name="adj" fmla="val 95949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031319" y="5758458"/>
            <a:ext cx="2611160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 Interests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031319" y="6293644"/>
            <a:ext cx="5797391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Passionate about video games, music, and films — creative outlets that inspire my technical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77614" y="1749504"/>
            <a:ext cx="3133368" cy="391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Identity</a:t>
            </a:r>
            <a:endParaRPr lang="en-US" sz="24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614" y="2376130"/>
            <a:ext cx="522208" cy="5222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77614" y="3159443"/>
            <a:ext cx="632936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Creativity</a:t>
            </a:r>
            <a:endParaRPr lang="en-US" sz="16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2488" y="2392102"/>
            <a:ext cx="522208" cy="5222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47831" y="3175415"/>
            <a:ext cx="632936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Curiosity</a:t>
            </a:r>
            <a:endParaRPr lang="en-US" sz="16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051" y="2414613"/>
            <a:ext cx="522208" cy="5222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62722" y="3153472"/>
            <a:ext cx="632936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592853" y="3711951"/>
            <a:ext cx="6329363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curious about technology &amp; protecting information — a natural progression from creating content to securing it.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827" y="556141"/>
            <a:ext cx="5056108" cy="631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Goals &amp; Aspirations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7827" y="1719024"/>
            <a:ext cx="7731443" cy="202168"/>
          </a:xfrm>
          <a:prstGeom prst="roundRect">
            <a:avLst>
              <a:gd name="adj" fmla="val 42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9995" y="2123361"/>
            <a:ext cx="2528054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Immediate Goal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09995" y="2641402"/>
            <a:ext cx="7327106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</a:t>
            </a:r>
            <a:r>
              <a:rPr lang="en-US" sz="200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skills: SIEM tools, monitoring systems, incident triage, and threat intelligence integration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11198" y="3692962"/>
            <a:ext cx="7428071" cy="202168"/>
          </a:xfrm>
          <a:prstGeom prst="roundRect">
            <a:avLst>
              <a:gd name="adj" fmla="val 42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3366" y="4097298"/>
            <a:ext cx="2921437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 Skills Development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13366" y="4615339"/>
            <a:ext cx="7023735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communication abilities and adaptability in high-pressure security environments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14569" y="5666899"/>
            <a:ext cx="7124700" cy="202168"/>
          </a:xfrm>
          <a:prstGeom prst="roundRect">
            <a:avLst>
              <a:gd name="adj" fmla="val 420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6737" y="6071235"/>
            <a:ext cx="2528054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Long-Term Vision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16737" y="6589276"/>
            <a:ext cx="6720364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 from Network Security to Penetration Testing — building both </a:t>
            </a:r>
            <a:r>
              <a:rPr 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defensive and offensive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cybersecurity expertise</a:t>
            </a:r>
            <a:endParaRPr lang="en-US" sz="2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284" y="1719024"/>
            <a:ext cx="4989790" cy="49897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40284" y="6936343"/>
            <a:ext cx="4989790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complete security mindset through continuous skill development</a:t>
            </a:r>
            <a:endParaRPr lang="en-US" sz="15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217" y="465296"/>
            <a:ext cx="4256365" cy="528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Cybersecurity?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7" y="1438037"/>
            <a:ext cx="6516648" cy="65166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29155" y="1438037"/>
            <a:ext cx="6516648" cy="1358979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21203" y="1630085"/>
            <a:ext cx="2115145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Constant Evolution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21203" y="2063710"/>
            <a:ext cx="6132552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field demands continuous learning and adaptation to new threats and technologies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529155" y="2966204"/>
            <a:ext cx="6516648" cy="1358979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203" y="3158252"/>
            <a:ext cx="2115145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Daily Variety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21203" y="3591878"/>
            <a:ext cx="6132552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day brings unique challenges and scenarios — no two security incidents are identical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529155" y="4494371"/>
            <a:ext cx="6516648" cy="1358979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203" y="4686419"/>
            <a:ext cx="2115145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Perfect Skill Match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21203" y="5120045"/>
            <a:ext cx="6132552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natural curiosity and adaptability directly translate to effective security analysis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2217" y="8335208"/>
            <a:ext cx="1344596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cybersecurity landscape is like a complex puzzle that constantly rearranges itself — ideal for someone who thrives on creative problem-solving.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15791"/>
            <a:ext cx="8840986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Project: Divide &amp; Defend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3669" y="1651397"/>
            <a:ext cx="4716542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 Lab with Micro-Segmentation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3669" y="2337078"/>
            <a:ext cx="13063061" cy="3311843"/>
          </a:xfrm>
          <a:prstGeom prst="roundRect">
            <a:avLst>
              <a:gd name="adj" fmla="val 28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1289" y="2344698"/>
            <a:ext cx="6523911" cy="1648301"/>
          </a:xfrm>
          <a:prstGeom prst="roundRect">
            <a:avLst>
              <a:gd name="adj" fmla="val 5706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1015127" y="2568535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5127" y="3052643"/>
            <a:ext cx="6076236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and categorizing security alerts across segmented network zones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315200" y="2344698"/>
            <a:ext cx="6523911" cy="164830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344698"/>
            <a:ext cx="30480" cy="1648301"/>
          </a:xfrm>
          <a:prstGeom prst="roundRect">
            <a:avLst>
              <a:gd name="adj" fmla="val 308559"/>
            </a:avLst>
          </a:prstGeom>
          <a:solidFill>
            <a:srgbClr val="C0C1D7"/>
          </a:solidFill>
          <a:ln/>
        </p:spPr>
      </p:sp>
      <p:sp>
        <p:nvSpPr>
          <p:cNvPr id="10" name="Text 8"/>
          <p:cNvSpPr/>
          <p:nvPr/>
        </p:nvSpPr>
        <p:spPr>
          <a:xfrm>
            <a:off x="7539037" y="2568535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SIEM Deployment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39037" y="3052643"/>
            <a:ext cx="6076236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Configuring and optimizing security information and event management tools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1289" y="3992999"/>
            <a:ext cx="6523911" cy="164830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3" name="Shape 11"/>
          <p:cNvSpPr/>
          <p:nvPr/>
        </p:nvSpPr>
        <p:spPr>
          <a:xfrm>
            <a:off x="791289" y="3992999"/>
            <a:ext cx="6523911" cy="30480"/>
          </a:xfrm>
          <a:prstGeom prst="roundRect">
            <a:avLst>
              <a:gd name="adj" fmla="val 308559"/>
            </a:avLst>
          </a:prstGeom>
          <a:solidFill>
            <a:srgbClr val="C0C1D7"/>
          </a:solidFill>
          <a:ln/>
        </p:spPr>
      </p:sp>
      <p:sp>
        <p:nvSpPr>
          <p:cNvPr id="14" name="Text 12"/>
          <p:cNvSpPr/>
          <p:nvPr/>
        </p:nvSpPr>
        <p:spPr>
          <a:xfrm>
            <a:off x="1015127" y="4216837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Incident Triage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5127" y="4700945"/>
            <a:ext cx="6076236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Determining severity and appropriate response paths for security events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315200" y="3992999"/>
            <a:ext cx="6523911" cy="164830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3992999"/>
            <a:ext cx="30480" cy="1648301"/>
          </a:xfrm>
          <a:prstGeom prst="roundRect">
            <a:avLst>
              <a:gd name="adj" fmla="val 308559"/>
            </a:avLst>
          </a:prstGeom>
          <a:solidFill>
            <a:srgbClr val="C0C1D7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3992999"/>
            <a:ext cx="6523911" cy="30480"/>
          </a:xfrm>
          <a:prstGeom prst="roundRect">
            <a:avLst>
              <a:gd name="adj" fmla="val 308559"/>
            </a:avLst>
          </a:prstGeom>
          <a:solidFill>
            <a:srgbClr val="C0C1D7"/>
          </a:solidFill>
          <a:ln/>
        </p:spPr>
      </p:sp>
      <p:sp>
        <p:nvSpPr>
          <p:cNvPr id="19" name="Text 17"/>
          <p:cNvSpPr/>
          <p:nvPr/>
        </p:nvSpPr>
        <p:spPr>
          <a:xfrm>
            <a:off x="7539037" y="4216837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Threat Intelligence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39037" y="4700945"/>
            <a:ext cx="6076236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current threat data to enhance detection and prevention measures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83669" y="6124575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Challenge:</a:t>
            </a:r>
            <a:endParaRPr lang="en-US" sz="22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405" y="598289"/>
            <a:ext cx="7621191" cy="1876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5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Creative Defender</a:t>
            </a:r>
            <a:endParaRPr lang="en-US" sz="5900" dirty="0"/>
          </a:p>
        </p:txBody>
      </p:sp>
      <p:sp>
        <p:nvSpPr>
          <p:cNvPr id="4" name="Shape 1"/>
          <p:cNvSpPr/>
          <p:nvPr/>
        </p:nvSpPr>
        <p:spPr>
          <a:xfrm>
            <a:off x="761405" y="2800945"/>
            <a:ext cx="3701772" cy="2010489"/>
          </a:xfrm>
          <a:prstGeom prst="roundRect">
            <a:avLst>
              <a:gd name="adj" fmla="val 4545"/>
            </a:avLst>
          </a:prstGeom>
          <a:solidFill>
            <a:srgbClr val="08052E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9412" y="3048953"/>
            <a:ext cx="277022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Creative Perspective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09412" y="3519368"/>
            <a:ext cx="3205758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Bringing a designer's eye to security visualization and threat pattern recognition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0704" y="2800945"/>
            <a:ext cx="3701891" cy="2010489"/>
          </a:xfrm>
          <a:prstGeom prst="roundRect">
            <a:avLst>
              <a:gd name="adj" fmla="val 4545"/>
            </a:avLst>
          </a:prstGeom>
          <a:solidFill>
            <a:srgbClr val="08052E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28711" y="3048953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Discipline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928711" y="3519368"/>
            <a:ext cx="3205877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methodical analysis and procedural rigor to security operations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1405" y="5028962"/>
            <a:ext cx="7621191" cy="1662470"/>
          </a:xfrm>
          <a:prstGeom prst="roundRect">
            <a:avLst>
              <a:gd name="adj" fmla="val 5496"/>
            </a:avLst>
          </a:prstGeom>
          <a:solidFill>
            <a:srgbClr val="08052E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9412" y="5276969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Solving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09412" y="5747385"/>
            <a:ext cx="7125176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both analytical and creative thinking to solve complex security challenges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1405" y="6936105"/>
            <a:ext cx="7621191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unique journey from creative professional to cybersecurity specialist equips me with a distinctive approach to digital protection.</a:t>
            </a:r>
            <a:endParaRPr lang="en-US" sz="17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1154" y="2177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4" name="Text 6"/>
          <p:cNvSpPr/>
          <p:nvPr/>
        </p:nvSpPr>
        <p:spPr>
          <a:xfrm>
            <a:off x="736997" y="8668703"/>
            <a:ext cx="785110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to mastering SOC analysis and threat response</a:t>
            </a:r>
            <a:endParaRPr lang="en-US" sz="850" dirty="0"/>
          </a:p>
        </p:txBody>
      </p:sp>
      <p:sp>
        <p:nvSpPr>
          <p:cNvPr id="20" name="Text 9"/>
          <p:cNvSpPr/>
          <p:nvPr/>
        </p:nvSpPr>
        <p:spPr>
          <a:xfrm>
            <a:off x="736997" y="9335453"/>
            <a:ext cx="785110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Committed to learning and evolving in the security field</a:t>
            </a:r>
            <a:endParaRPr lang="en-US" sz="850" dirty="0"/>
          </a:p>
        </p:txBody>
      </p:sp>
      <p:sp>
        <p:nvSpPr>
          <p:cNvPr id="26" name="Text 12"/>
          <p:cNvSpPr/>
          <p:nvPr/>
        </p:nvSpPr>
        <p:spPr>
          <a:xfrm>
            <a:off x="736997" y="10002203"/>
            <a:ext cx="7851100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Driven by a passion to safeguard digital environments</a:t>
            </a:r>
            <a:endParaRPr lang="en-US" sz="850" dirty="0"/>
          </a:p>
        </p:txBody>
      </p:sp>
      <p:sp>
        <p:nvSpPr>
          <p:cNvPr id="28" name="Text 13"/>
          <p:cNvSpPr/>
          <p:nvPr/>
        </p:nvSpPr>
        <p:spPr>
          <a:xfrm>
            <a:off x="4662547" y="5825427"/>
            <a:ext cx="53686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Javier Napoles | jnapfx@gmail.com</a:t>
            </a:r>
            <a:endParaRPr lang="en-US" sz="2400" dirty="0"/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818" y="2914230"/>
            <a:ext cx="2210371" cy="281250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389</Words>
  <Application>Microsoft Macintosh PowerPoint</Application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Javier Napoles</cp:lastModifiedBy>
  <cp:revision>4</cp:revision>
  <dcterms:created xsi:type="dcterms:W3CDTF">2025-08-20T21:37:35Z</dcterms:created>
  <dcterms:modified xsi:type="dcterms:W3CDTF">2025-08-20T21:49:37Z</dcterms:modified>
</cp:coreProperties>
</file>