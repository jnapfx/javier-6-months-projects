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3"/>
  </p:notesMasterIdLst>
  <p:sldIdLst>
    <p:sldId id="268" r:id="rId2"/>
    <p:sldId id="267" r:id="rId3"/>
    <p:sldId id="271" r:id="rId4"/>
    <p:sldId id="272" r:id="rId5"/>
    <p:sldId id="257" r:id="rId6"/>
    <p:sldId id="270" r:id="rId7"/>
    <p:sldId id="256" r:id="rId8"/>
    <p:sldId id="259" r:id="rId9"/>
    <p:sldId id="258" r:id="rId10"/>
    <p:sldId id="269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/>
    <p:restoredTop sz="62126"/>
  </p:normalViewPr>
  <p:slideViewPr>
    <p:cSldViewPr snapToGrid="0">
      <p:cViewPr varScale="1">
        <p:scale>
          <a:sx n="69" d="100"/>
          <a:sy n="69" d="100"/>
        </p:scale>
        <p:origin x="2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46389-979A-F848-8C7D-D13B0A2D921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428E9-1A1D-B64D-A780-15D1D37C1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2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week, I focused on improving my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 monitoring skills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practicing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workflows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enhancing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professional writing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through a cover letter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08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week I learned how to integrate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with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Wazuh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Discord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build a complete monitoring workflow. I created alert rules, visualized attacks on the dashboard, and confirmed that notifications were sent in real time to a Discord channel. I also practiced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 Requests on GitHub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setting up a repository, committing changes, and successfully opening, reviewing, and merging a PR. Additionally, I completed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 letter exercise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improve my professional writing skills, reinforcing both technical and collaborative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3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LETTER PROMPT ENGEENEER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42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diagram shows our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Wazuh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home lab.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It’s a hands-on SOC environment where attacks (from Kali) are detected, processed, and visualized by </a:t>
            </a:r>
            <a:r>
              <a:rPr lang="en-US" dirty="0" err="1"/>
              <a:t>Wazuh</a:t>
            </a:r>
            <a:r>
              <a:rPr lang="en-US" dirty="0"/>
              <a:t> and Grafana, reproducing the workflow of a real Security Operations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42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Configuring an Alert in Grafana</a:t>
            </a:r>
            <a:br>
              <a:rPr lang="en-US" dirty="0"/>
            </a:br>
            <a:r>
              <a:rPr lang="en-US" dirty="0"/>
              <a:t>I created a custom alert rule called </a:t>
            </a:r>
            <a:r>
              <a:rPr lang="en-US" i="1" dirty="0"/>
              <a:t>Brute force ssh</a:t>
            </a:r>
            <a:r>
              <a:rPr lang="en-US" dirty="0"/>
              <a:t>. Using the </a:t>
            </a:r>
            <a:r>
              <a:rPr lang="en-US" dirty="0" err="1"/>
              <a:t>Wazuh</a:t>
            </a:r>
            <a:r>
              <a:rPr lang="en-US" dirty="0"/>
              <a:t>-OpenSearch data source, I defined a query (rule.id:100202) that detects SSH brute-force attempts. The alert counts events over time and triggers when suspicious activity is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2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Managing Alert Rules in Grafana</a:t>
            </a:r>
            <a:br>
              <a:rPr lang="en-US" dirty="0"/>
            </a:br>
            <a:r>
              <a:rPr lang="en-US" dirty="0"/>
              <a:t>From the SOC Lab dashboard, I configured alert rules connected to the </a:t>
            </a:r>
            <a:r>
              <a:rPr lang="en-US" b="1" dirty="0" err="1"/>
              <a:t>Wazuh</a:t>
            </a:r>
            <a:r>
              <a:rPr lang="en-US" b="1" dirty="0"/>
              <a:t>-OpenSearch</a:t>
            </a:r>
            <a:r>
              <a:rPr lang="en-US" dirty="0"/>
              <a:t> data source. Alerts are set to trigger when conditions are met and are routed through a </a:t>
            </a:r>
            <a:r>
              <a:rPr lang="en-US" b="1" dirty="0"/>
              <a:t>Discord webhook</a:t>
            </a:r>
            <a:r>
              <a:rPr lang="en-US" dirty="0"/>
              <a:t>, allowing real-time notifications in my channel.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87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SOC Lab Dashboard – Attack Detection</a:t>
            </a:r>
            <a:br>
              <a:rPr lang="en-US" dirty="0"/>
            </a:br>
            <a:r>
              <a:rPr lang="en-US" dirty="0"/>
              <a:t>The dashboard visualizes alerts in real time. It shows DoS detection trends, active agents, and top alert rules such as failed logins and SSH brute-force attempts. The heatmap highlights the frequency and severity of security events across the monitored system.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26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Discord Alert Notification</a:t>
            </a:r>
            <a:br>
              <a:rPr lang="en-US" dirty="0"/>
            </a:br>
            <a:r>
              <a:rPr lang="en-US" dirty="0"/>
              <a:t>Grafana was successfully integrated with Discord. When an alert fires, it is automatically sent to the </a:t>
            </a:r>
            <a:r>
              <a:rPr lang="en-US" b="1" dirty="0"/>
              <a:t>#soc-alerts</a:t>
            </a:r>
            <a:r>
              <a:rPr lang="en-US" dirty="0"/>
              <a:t> channel, showing the rule name, labels, and a direct link back to the Grafana dashboard for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34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Regarding DAE courses, I was able to finish them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428E9-1A1D-B64D-A780-15D1D37C14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95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788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2995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5536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2541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167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3647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8183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6576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2462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2342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38180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7928154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4917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4545974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83845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73779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4341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8A058-3CEB-9943-BC73-61C705FFF90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47FEF2-ABFC-BF4D-A6DE-9039C833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8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napfx.github.io/Javier-6-months-project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1BD76-E389-A5A0-5796-5E8AFEA58C46}"/>
              </a:ext>
            </a:extLst>
          </p:cNvPr>
          <p:cNvSpPr txBox="1"/>
          <p:nvPr/>
        </p:nvSpPr>
        <p:spPr>
          <a:xfrm>
            <a:off x="1552074" y="1120676"/>
            <a:ext cx="77382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err="1">
                <a:solidFill>
                  <a:schemeClr val="accent1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status_update</a:t>
            </a:r>
            <a:endParaRPr lang="en-US" sz="7200" b="1" dirty="0">
              <a:solidFill>
                <a:schemeClr val="accent1"/>
              </a:solidFill>
              <a:latin typeface="Futura" panose="020B0602020204020303" pitchFamily="34" charset="-79"/>
              <a:cs typeface="Futura" panose="020B0602020204020303" pitchFamily="34" charset="-79"/>
            </a:endParaRPr>
          </a:p>
          <a:p>
            <a:r>
              <a:rPr lang="en-US" sz="7200" b="1" dirty="0">
                <a:solidFill>
                  <a:schemeClr val="accent1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9-11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C9E1F-716D-D3DB-6189-41A1473E5F45}"/>
              </a:ext>
            </a:extLst>
          </p:cNvPr>
          <p:cNvSpPr txBox="1"/>
          <p:nvPr/>
        </p:nvSpPr>
        <p:spPr>
          <a:xfrm>
            <a:off x="1552074" y="5352603"/>
            <a:ext cx="6677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Javier_Napoles</a:t>
            </a:r>
          </a:p>
        </p:txBody>
      </p:sp>
    </p:spTree>
    <p:extLst>
      <p:ext uri="{BB962C8B-B14F-4D97-AF65-F5344CB8AC3E}">
        <p14:creationId xmlns:p14="http://schemas.microsoft.com/office/powerpoint/2010/main" val="358425795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8CE9C-7574-FAB3-4DD1-D8247C8461D7}"/>
              </a:ext>
            </a:extLst>
          </p:cNvPr>
          <p:cNvSpPr txBox="1"/>
          <p:nvPr/>
        </p:nvSpPr>
        <p:spPr>
          <a:xfrm>
            <a:off x="1996751" y="1028343"/>
            <a:ext cx="757645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Weekly Summary (Sept 8–11, 2025):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Completed a </a:t>
            </a:r>
            <a:r>
              <a:rPr lang="en-US" b="1" dirty="0"/>
              <a:t>cover letter exercise</a:t>
            </a:r>
            <a:r>
              <a:rPr lang="en-US" dirty="0"/>
              <a:t> to improve professional writing skills.</a:t>
            </a:r>
          </a:p>
          <a:p>
            <a:endParaRPr lang="en-US" b="1" dirty="0"/>
          </a:p>
          <a:p>
            <a:r>
              <a:rPr lang="en-US" dirty="0"/>
              <a:t>Practiced </a:t>
            </a:r>
            <a:r>
              <a:rPr lang="en-US" b="1" dirty="0"/>
              <a:t>Pull Requests</a:t>
            </a:r>
            <a:r>
              <a:rPr lang="en-US" dirty="0"/>
              <a:t> on GitHub: set up repo, committed changes, opened, reviewed, and merged a PR.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Configured </a:t>
            </a:r>
            <a:r>
              <a:rPr lang="en-US" b="1" dirty="0"/>
              <a:t>SSH brute force alert rules</a:t>
            </a:r>
            <a:r>
              <a:rPr lang="en-US" dirty="0"/>
              <a:t> in Grafana and validated alerts to Discord.</a:t>
            </a:r>
          </a:p>
          <a:p>
            <a:endParaRPr lang="en-US" dirty="0"/>
          </a:p>
          <a:p>
            <a:r>
              <a:rPr lang="en-US" dirty="0"/>
              <a:t>Documented the </a:t>
            </a:r>
            <a:r>
              <a:rPr lang="en-US" b="1" dirty="0"/>
              <a:t>triage workflow</a:t>
            </a:r>
            <a:r>
              <a:rPr lang="en-US" dirty="0"/>
              <a:t> and linked detection evidence for incident response.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Gained experience in </a:t>
            </a:r>
            <a:r>
              <a:rPr lang="en-US" b="1" dirty="0"/>
              <a:t>collaborative workflows</a:t>
            </a:r>
            <a:r>
              <a:rPr lang="en-US" dirty="0"/>
              <a:t>, version control, and SOC monitoring.</a:t>
            </a:r>
          </a:p>
        </p:txBody>
      </p:sp>
    </p:spTree>
    <p:extLst>
      <p:ext uri="{BB962C8B-B14F-4D97-AF65-F5344CB8AC3E}">
        <p14:creationId xmlns:p14="http://schemas.microsoft.com/office/powerpoint/2010/main" val="8616385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DB3562-ABB6-A107-6336-7406BD845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1" y="503853"/>
            <a:ext cx="10392747" cy="618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0461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8BADAC-E311-7899-8A35-2D0BDC17C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78" y="401216"/>
            <a:ext cx="10774929" cy="645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9780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7E2FEF-554B-AA98-EE0C-EBCBC9D83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785" y="371902"/>
            <a:ext cx="8911921" cy="58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35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333994-7C00-2DC9-230A-6EF20568A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22" y="383852"/>
            <a:ext cx="7772400" cy="580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3686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8AB7E3-80BD-AE34-A85C-8816B05E7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187" y="0"/>
            <a:ext cx="609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8277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F41D61-E7B4-6DD9-F93A-2F31D98F8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48" y="225751"/>
            <a:ext cx="10668504" cy="640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7353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08B3AF-6B94-4890-3256-06A7F678D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34" y="158620"/>
            <a:ext cx="11208579" cy="669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9882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351273-CCE6-7A4F-2E4B-01889C0BA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78" y="147764"/>
            <a:ext cx="10944444" cy="65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325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245E676-E88B-1369-95D7-9BC60991AC3F}"/>
              </a:ext>
            </a:extLst>
          </p:cNvPr>
          <p:cNvSpPr/>
          <p:nvPr/>
        </p:nvSpPr>
        <p:spPr>
          <a:xfrm>
            <a:off x="5050284" y="1514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671357AE-8348-18FD-04B9-6C5C2101652E}"/>
              </a:ext>
            </a:extLst>
          </p:cNvPr>
          <p:cNvSpPr/>
          <p:nvPr/>
        </p:nvSpPr>
        <p:spPr>
          <a:xfrm>
            <a:off x="3411677" y="5162400"/>
            <a:ext cx="53686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Javier Napoles | jnapfx@gmail.com</a:t>
            </a:r>
            <a:endParaRPr lang="en-US" sz="2400" dirty="0"/>
          </a:p>
        </p:txBody>
      </p:sp>
      <p:pic>
        <p:nvPicPr>
          <p:cNvPr id="10" name="Image 13" descr="preencoded.png">
            <a:hlinkClick r:id="rId3"/>
            <a:extLst>
              <a:ext uri="{FF2B5EF4-FFF2-40B4-BE49-F238E27FC236}">
                <a16:creationId xmlns:a16="http://schemas.microsoft.com/office/drawing/2014/main" id="{83E1D66F-9F24-1AB4-81F8-61E48E59B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948" y="2251203"/>
            <a:ext cx="2210371" cy="281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085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4724</TotalTime>
  <Words>480</Words>
  <Application>Microsoft Macintosh PowerPoint</Application>
  <PresentationFormat>Widescreen</PresentationFormat>
  <Paragraphs>39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Futura</vt:lpstr>
      <vt:lpstr>Inter</vt:lpstr>
      <vt:lpstr>Inter Bold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Napoles</dc:creator>
  <cp:lastModifiedBy>Javier Napoles</cp:lastModifiedBy>
  <cp:revision>9</cp:revision>
  <dcterms:created xsi:type="dcterms:W3CDTF">2025-08-28T16:59:15Z</dcterms:created>
  <dcterms:modified xsi:type="dcterms:W3CDTF">2025-09-11T18:10:15Z</dcterms:modified>
</cp:coreProperties>
</file>