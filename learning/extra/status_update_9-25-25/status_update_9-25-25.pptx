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 SOC con Micro-Segmentación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Proyecto de Seguridad</a:t>
            </a:r>
          </a:p>
          <a:p>
            <a:r>
              <a:t>Javier Nápoles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SOC Analyst?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Monitorea, detecta y responde a incidentes en tiempo real.</a:t>
            </a:r>
          </a:p>
          <a:p>
            <a:r>
              <a:t>• Primera línea de defensa en ciberseguridad.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lo escogí?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Background en diseño gráfico.</a:t>
            </a:r>
          </a:p>
          <a:p>
            <a:r>
              <a:t>• Me gusta resolver problemas.</a:t>
            </a:r>
          </a:p>
          <a:p>
            <a:r>
              <a:t>• Planificar cómo evitarlos.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Herramientas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UTM – Virtualización en macOS</a:t>
            </a:r>
          </a:p>
          <a:p>
            <a:r>
              <a:t>• Parrot OS – Agentes</a:t>
            </a:r>
          </a:p>
          <a:p>
            <a:r>
              <a:t>• Kali Linux – Atacante</a:t>
            </a:r>
          </a:p>
          <a:p>
            <a:r>
              <a:t>• Wazuh – Detección y correlación</a:t>
            </a:r>
          </a:p>
          <a:p>
            <a:r>
              <a:t>• Grafana – Visualización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 de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Diseñar red y micro-segmentación</a:t>
            </a:r>
          </a:p>
          <a:p>
            <a:r>
              <a:t>2. Levantar VMs en UTM</a:t>
            </a:r>
          </a:p>
          <a:p>
            <a:r>
              <a:t>3. Instalar agentes en Parrot OS</a:t>
            </a:r>
          </a:p>
          <a:p>
            <a:r>
              <a:t>4. Simular ataques desde Kali</a:t>
            </a:r>
          </a:p>
          <a:p>
            <a:r>
              <a:t>5. Wazuh procesa eventos y genera alertas</a:t>
            </a:r>
          </a:p>
          <a:p>
            <a:r>
              <a:t>6. Grafana muestra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Nueva tecnología: Grafana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Paneles con alertas por severidad</a:t>
            </a:r>
          </a:p>
          <a:p>
            <a:r>
              <a:t>• Timeline de incidentes</a:t>
            </a:r>
          </a:p>
          <a:p>
            <a:r>
              <a:t>• Estado de agentes en tiempo real</a:t>
            </a:r>
          </a:p>
          <a:p>
            <a:r>
              <a:t>• Visualización clara para cualquier audiencia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finales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Mini-SOC funcionando en tiempo real</a:t>
            </a:r>
          </a:p>
          <a:p>
            <a:r>
              <a:t>• Detecciones de ataques simulados</a:t>
            </a:r>
          </a:p>
          <a:p>
            <a:r>
              <a:t>• Integración con Grafana</a:t>
            </a:r>
          </a:p>
          <a:p>
            <a:r>
              <a:t>• Ejemplo visual de seguridad en acción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SOC no es solo tecnología → también estrategia</a:t>
            </a:r>
          </a:p>
          <a:p>
            <a:r>
              <a:t>• De la creatividad en diseño gráfico a la creatividad en ciberseguridad</a:t>
            </a:r>
          </a:p>
          <a:p>
            <a:r>
              <a:t>• Primer paso sólido como SOC 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