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lock Grotesk" charset="1" panose="00000600000000000000"/>
      <p:regular r:id="rId21"/>
    </p:embeddedFont>
    <p:embeddedFont>
      <p:font typeface="Work Sans" charset="1" panose="00000000000000000000"/>
      <p:regular r:id="rId22"/>
    </p:embeddedFont>
    <p:embeddedFont>
      <p:font typeface="Work Sans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66413" y="-1073776"/>
            <a:ext cx="6641227" cy="6641227"/>
          </a:xfrm>
          <a:custGeom>
            <a:avLst/>
            <a:gdLst/>
            <a:ahLst/>
            <a:cxnLst/>
            <a:rect r="r" b="b" t="t" l="l"/>
            <a:pathLst>
              <a:path h="6641227" w="6641227">
                <a:moveTo>
                  <a:pt x="0" y="0"/>
                </a:moveTo>
                <a:lnTo>
                  <a:pt x="6641227" y="0"/>
                </a:lnTo>
                <a:lnTo>
                  <a:pt x="6641227" y="6641227"/>
                </a:lnTo>
                <a:lnTo>
                  <a:pt x="0" y="6641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879376" cy="722687"/>
          </a:xfrm>
          <a:custGeom>
            <a:avLst/>
            <a:gdLst/>
            <a:ahLst/>
            <a:cxnLst/>
            <a:rect r="r" b="b" t="t" l="l"/>
            <a:pathLst>
              <a:path h="722687" w="879376">
                <a:moveTo>
                  <a:pt x="0" y="0"/>
                </a:moveTo>
                <a:lnTo>
                  <a:pt x="879376" y="0"/>
                </a:lnTo>
                <a:lnTo>
                  <a:pt x="879376" y="722687"/>
                </a:lnTo>
                <a:lnTo>
                  <a:pt x="0" y="722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65877"/>
            <a:ext cx="12401495" cy="300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70"/>
              </a:lnSpc>
            </a:pPr>
            <a:r>
              <a:rPr lang="en-US" sz="9500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Status_upd</a:t>
            </a:r>
          </a:p>
          <a:p>
            <a:pPr algn="l">
              <a:lnSpc>
                <a:spcPts val="11970"/>
              </a:lnSpc>
            </a:pPr>
            <a:r>
              <a:rPr lang="en-US" sz="9500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9-25-25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865612" y="8320934"/>
            <a:ext cx="4393688" cy="937366"/>
            <a:chOff x="0" y="0"/>
            <a:chExt cx="1157185" cy="2468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7185" cy="246878"/>
            </a:xfrm>
            <a:custGeom>
              <a:avLst/>
              <a:gdLst/>
              <a:ahLst/>
              <a:cxnLst/>
              <a:rect r="r" b="b" t="t" l="l"/>
              <a:pathLst>
                <a:path h="246878" w="1157185">
                  <a:moveTo>
                    <a:pt x="17621" y="0"/>
                  </a:moveTo>
                  <a:lnTo>
                    <a:pt x="1139565" y="0"/>
                  </a:lnTo>
                  <a:cubicBezTo>
                    <a:pt x="1144238" y="0"/>
                    <a:pt x="1148720" y="1856"/>
                    <a:pt x="1152024" y="5161"/>
                  </a:cubicBezTo>
                  <a:cubicBezTo>
                    <a:pt x="1155329" y="8465"/>
                    <a:pt x="1157185" y="12947"/>
                    <a:pt x="1157185" y="17621"/>
                  </a:cubicBezTo>
                  <a:lnTo>
                    <a:pt x="1157185" y="229258"/>
                  </a:lnTo>
                  <a:cubicBezTo>
                    <a:pt x="1157185" y="233931"/>
                    <a:pt x="1155329" y="238413"/>
                    <a:pt x="1152024" y="241717"/>
                  </a:cubicBezTo>
                  <a:cubicBezTo>
                    <a:pt x="1148720" y="245022"/>
                    <a:pt x="1144238" y="246878"/>
                    <a:pt x="1139565" y="246878"/>
                  </a:cubicBezTo>
                  <a:lnTo>
                    <a:pt x="17621" y="246878"/>
                  </a:lnTo>
                  <a:cubicBezTo>
                    <a:pt x="12947" y="246878"/>
                    <a:pt x="8465" y="245022"/>
                    <a:pt x="5161" y="241717"/>
                  </a:cubicBezTo>
                  <a:cubicBezTo>
                    <a:pt x="1856" y="238413"/>
                    <a:pt x="0" y="233931"/>
                    <a:pt x="0" y="229258"/>
                  </a:cubicBezTo>
                  <a:lnTo>
                    <a:pt x="0" y="17621"/>
                  </a:lnTo>
                  <a:cubicBezTo>
                    <a:pt x="0" y="12947"/>
                    <a:pt x="1856" y="8465"/>
                    <a:pt x="5161" y="5161"/>
                  </a:cubicBezTo>
                  <a:cubicBezTo>
                    <a:pt x="8465" y="1856"/>
                    <a:pt x="12947" y="0"/>
                    <a:pt x="1762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157185" cy="323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430525"/>
            <a:ext cx="11349482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 guide to cyber threats and online safety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14395" y="1119745"/>
            <a:ext cx="56923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West Trave University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9519" y="8510852"/>
            <a:ext cx="364587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Javier Napoles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787" y="3371580"/>
            <a:ext cx="7344348" cy="2419350"/>
            <a:chOff x="0" y="0"/>
            <a:chExt cx="1934314" cy="6371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4314" cy="637195"/>
            </a:xfrm>
            <a:custGeom>
              <a:avLst/>
              <a:gdLst/>
              <a:ahLst/>
              <a:cxnLst/>
              <a:rect r="r" b="b" t="t" l="l"/>
              <a:pathLst>
                <a:path h="637195" w="1934314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87787" y="1304162"/>
            <a:ext cx="1511242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Contents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78785" y="4100560"/>
            <a:ext cx="6362353" cy="987809"/>
            <a:chOff x="0" y="0"/>
            <a:chExt cx="8483137" cy="131707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8483137" cy="717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About cybersecurity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82408"/>
              <a:ext cx="848313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What it is and why it matters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55865" y="3384789"/>
            <a:ext cx="7344348" cy="2419350"/>
            <a:chOff x="0" y="0"/>
            <a:chExt cx="1934314" cy="6371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4314" cy="637195"/>
            </a:xfrm>
            <a:custGeom>
              <a:avLst/>
              <a:gdLst/>
              <a:ahLst/>
              <a:cxnLst/>
              <a:rect r="r" b="b" t="t" l="l"/>
              <a:pathLst>
                <a:path h="637195" w="1934314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46862" y="4113769"/>
            <a:ext cx="6362353" cy="987809"/>
            <a:chOff x="0" y="0"/>
            <a:chExt cx="8483137" cy="13170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76200"/>
              <a:ext cx="8483137" cy="717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Types </a:t>
              </a:r>
              <a:r>
                <a:rPr lang="en-US" b="true" sz="3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of cyberattacks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82408"/>
              <a:ext cx="848313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How </a:t>
              </a: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attackers target people and systems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7787" y="6326345"/>
            <a:ext cx="7344348" cy="2419350"/>
            <a:chOff x="0" y="0"/>
            <a:chExt cx="1934314" cy="6371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4314" cy="637195"/>
            </a:xfrm>
            <a:custGeom>
              <a:avLst/>
              <a:gdLst/>
              <a:ahLst/>
              <a:cxnLst/>
              <a:rect r="r" b="b" t="t" l="l"/>
              <a:pathLst>
                <a:path h="637195" w="1934314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78785" y="7055324"/>
            <a:ext cx="6362353" cy="987809"/>
            <a:chOff x="0" y="0"/>
            <a:chExt cx="8483137" cy="131707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76200"/>
              <a:ext cx="8483137" cy="717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</a:t>
              </a:r>
              <a:r>
                <a:rPr lang="en-US" b="true" sz="3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yberattack lifecycle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82408"/>
              <a:ext cx="848313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</a:t>
              </a: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he stages behind a typical cyberattack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55865" y="6326345"/>
            <a:ext cx="7344348" cy="2419350"/>
            <a:chOff x="0" y="0"/>
            <a:chExt cx="1934314" cy="6371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34314" cy="637195"/>
            </a:xfrm>
            <a:custGeom>
              <a:avLst/>
              <a:gdLst/>
              <a:ahLst/>
              <a:cxnLst/>
              <a:rect r="r" b="b" t="t" l="l"/>
              <a:pathLst>
                <a:path h="637195" w="1934314">
                  <a:moveTo>
                    <a:pt x="10541" y="0"/>
                  </a:moveTo>
                  <a:lnTo>
                    <a:pt x="1923772" y="0"/>
                  </a:lnTo>
                  <a:cubicBezTo>
                    <a:pt x="1926568" y="0"/>
                    <a:pt x="1929249" y="1111"/>
                    <a:pt x="1931226" y="3087"/>
                  </a:cubicBezTo>
                  <a:cubicBezTo>
                    <a:pt x="1933203" y="5064"/>
                    <a:pt x="1934314" y="7746"/>
                    <a:pt x="1934314" y="10541"/>
                  </a:cubicBezTo>
                  <a:lnTo>
                    <a:pt x="1934314" y="626654"/>
                  </a:lnTo>
                  <a:cubicBezTo>
                    <a:pt x="1934314" y="629449"/>
                    <a:pt x="1933203" y="632131"/>
                    <a:pt x="1931226" y="634108"/>
                  </a:cubicBezTo>
                  <a:cubicBezTo>
                    <a:pt x="1929249" y="636084"/>
                    <a:pt x="1926568" y="637195"/>
                    <a:pt x="1923772" y="637195"/>
                  </a:cubicBezTo>
                  <a:lnTo>
                    <a:pt x="10541" y="637195"/>
                  </a:lnTo>
                  <a:cubicBezTo>
                    <a:pt x="7746" y="637195"/>
                    <a:pt x="5064" y="636084"/>
                    <a:pt x="3087" y="634108"/>
                  </a:cubicBezTo>
                  <a:cubicBezTo>
                    <a:pt x="1111" y="632131"/>
                    <a:pt x="0" y="629449"/>
                    <a:pt x="0" y="626654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934314" cy="713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46862" y="7055324"/>
            <a:ext cx="6362353" cy="987809"/>
            <a:chOff x="0" y="0"/>
            <a:chExt cx="8483137" cy="1317078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76200"/>
              <a:ext cx="8483137" cy="717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</a:t>
              </a:r>
              <a:r>
                <a:rPr lang="en-US" b="true" sz="3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taying safe online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782408"/>
              <a:ext cx="848313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Simpl</a:t>
              </a:r>
              <a:r>
                <a:rPr lang="en-US" sz="2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 habits to protect your data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0860551" y="4732669"/>
            <a:ext cx="7744260" cy="7110638"/>
          </a:xfrm>
          <a:custGeom>
            <a:avLst/>
            <a:gdLst/>
            <a:ahLst/>
            <a:cxnLst/>
            <a:rect r="r" b="b" t="t" l="l"/>
            <a:pathLst>
              <a:path h="7110638" w="7744260">
                <a:moveTo>
                  <a:pt x="0" y="0"/>
                </a:moveTo>
                <a:lnTo>
                  <a:pt x="7744260" y="0"/>
                </a:lnTo>
                <a:lnTo>
                  <a:pt x="7744260" y="7110638"/>
                </a:lnTo>
                <a:lnTo>
                  <a:pt x="0" y="7110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06333"/>
            <a:ext cx="9672480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Imagine you get an email from the university saying you’ve won a scholarship you never applied for.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All you have to do is “click the link below” to claim it. What would you do? What should you watch out for?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Share your answers with</a:t>
            </a: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your peer.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94324"/>
            <a:ext cx="1223520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500" spc="-273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Would you click it?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717"/>
            <a:ext cx="18288000" cy="5449283"/>
            <a:chOff x="0" y="0"/>
            <a:chExt cx="24384000" cy="726571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7638" r="0" b="27638"/>
            <a:stretch>
              <a:fillRect/>
            </a:stretch>
          </p:blipFill>
          <p:spPr>
            <a:xfrm flipH="false" flipV="false">
              <a:off x="0" y="0"/>
              <a:ext cx="24384000" cy="726571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1036052"/>
            <a:ext cx="8586179" cy="226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pc="-273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What is cybersecurity?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70850" y="962025"/>
            <a:ext cx="708845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Cybersecurity refers to the technologies and practices used to keep computer systems and electronic data safe.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9002780" cy="226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</a:pPr>
            <a:r>
              <a:rPr lang="en-US" b="true" sz="6500" spc="-273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Common types of cyberattacks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121245" y="-4135095"/>
            <a:ext cx="10085597" cy="8270190"/>
          </a:xfrm>
          <a:custGeom>
            <a:avLst/>
            <a:gdLst/>
            <a:ahLst/>
            <a:cxnLst/>
            <a:rect r="r" b="b" t="t" l="l"/>
            <a:pathLst>
              <a:path h="8270190" w="10085597">
                <a:moveTo>
                  <a:pt x="0" y="0"/>
                </a:moveTo>
                <a:lnTo>
                  <a:pt x="10085597" y="0"/>
                </a:lnTo>
                <a:lnTo>
                  <a:pt x="10085597" y="8270190"/>
                </a:lnTo>
                <a:lnTo>
                  <a:pt x="0" y="827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4749977"/>
          <a:ext cx="16230600" cy="4508323"/>
        </p:xfrm>
        <a:graphic>
          <a:graphicData uri="http://schemas.openxmlformats.org/drawingml/2006/table">
            <a:tbl>
              <a:tblPr/>
              <a:tblGrid>
                <a:gridCol w="6146205"/>
                <a:gridCol w="10084395"/>
              </a:tblGrid>
              <a:tr h="947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Types of cyberattack</a:t>
                      </a:r>
                      <a:endParaRPr lang="en-US" sz="1100"/>
                    </a:p>
                  </a:txBody>
                  <a:tcPr marL="171450" marR="171450" marT="171450" marB="17145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3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Description</a:t>
                      </a:r>
                      <a:endParaRPr lang="en-US" sz="1100"/>
                    </a:p>
                  </a:txBody>
                  <a:tcPr marL="171450" marR="171450" marT="171450" marB="17145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384"/>
                    </a:solidFill>
                  </a:tcPr>
                </a:tc>
              </a:tr>
              <a:tr h="1307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Phishing</a:t>
                      </a:r>
                      <a:endParaRPr lang="en-US" sz="1100"/>
                    </a:p>
                  </a:txBody>
                  <a:tcPr marL="171450" marR="171450" marT="171450" marB="17145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Tricks users into revealing personal or sensitive info using fake links</a:t>
                      </a:r>
                      <a:endParaRPr lang="en-US" sz="1100"/>
                    </a:p>
                  </a:txBody>
                  <a:tcPr marL="171450" marR="171450" marT="171450" marB="17145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</a:tr>
              <a:tr h="947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Ransomware</a:t>
                      </a:r>
                      <a:endParaRPr lang="en-US" sz="1100"/>
                    </a:p>
                  </a:txBody>
                  <a:tcPr marL="171450" marR="171450" marT="171450" marB="17145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Locks or encrypts data and demands payment to unlock it</a:t>
                      </a:r>
                      <a:endParaRPr lang="en-US" sz="1100"/>
                    </a:p>
                  </a:txBody>
                  <a:tcPr marL="171450" marR="171450" marT="171450" marB="17145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</a:tr>
              <a:tr h="1307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Social engineering</a:t>
                      </a:r>
                      <a:endParaRPr lang="en-US" sz="1100"/>
                    </a:p>
                  </a:txBody>
                  <a:tcPr marL="171450" marR="171450" marT="171450" marB="17145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Uses impersonation to manipulate people into sharing confidential info or access</a:t>
                      </a:r>
                      <a:endParaRPr lang="en-US" sz="1100"/>
                    </a:p>
                  </a:txBody>
                  <a:tcPr marL="171450" marR="171450" marT="171450" marB="17145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B7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534551" y="962025"/>
            <a:ext cx="6724749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Cyberattacks are attempts to damage, disrupt, or gain unauthorized access to systems and data.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497460"/>
            <a:ext cx="10426431" cy="7292080"/>
            <a:chOff x="0" y="0"/>
            <a:chExt cx="2746056" cy="1920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056" cy="1920548"/>
            </a:xfrm>
            <a:custGeom>
              <a:avLst/>
              <a:gdLst/>
              <a:ahLst/>
              <a:cxnLst/>
              <a:rect r="r" b="b" t="t" l="l"/>
              <a:pathLst>
                <a:path h="1920548" w="2746056">
                  <a:moveTo>
                    <a:pt x="7425" y="0"/>
                  </a:moveTo>
                  <a:lnTo>
                    <a:pt x="2738631" y="0"/>
                  </a:lnTo>
                  <a:cubicBezTo>
                    <a:pt x="2742731" y="0"/>
                    <a:pt x="2746056" y="3324"/>
                    <a:pt x="2746056" y="7425"/>
                  </a:cubicBezTo>
                  <a:lnTo>
                    <a:pt x="2746056" y="1913123"/>
                  </a:lnTo>
                  <a:cubicBezTo>
                    <a:pt x="2746056" y="1915092"/>
                    <a:pt x="2745274" y="1916981"/>
                    <a:pt x="2743881" y="1918373"/>
                  </a:cubicBezTo>
                  <a:cubicBezTo>
                    <a:pt x="2742488" y="1919766"/>
                    <a:pt x="2740600" y="1920548"/>
                    <a:pt x="2738631" y="1920548"/>
                  </a:cubicBezTo>
                  <a:lnTo>
                    <a:pt x="7425" y="1920548"/>
                  </a:lnTo>
                  <a:cubicBezTo>
                    <a:pt x="5456" y="1920548"/>
                    <a:pt x="3567" y="1919766"/>
                    <a:pt x="2175" y="1918373"/>
                  </a:cubicBezTo>
                  <a:cubicBezTo>
                    <a:pt x="782" y="1916981"/>
                    <a:pt x="0" y="1915092"/>
                    <a:pt x="0" y="1913123"/>
                  </a:cubicBezTo>
                  <a:lnTo>
                    <a:pt x="0" y="7425"/>
                  </a:lnTo>
                  <a:cubicBezTo>
                    <a:pt x="0" y="3324"/>
                    <a:pt x="3324" y="0"/>
                    <a:pt x="7425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746056" cy="1996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153847" y="2694799"/>
            <a:ext cx="5105453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167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Worldwide reported cybercrime losses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53847" y="5929136"/>
            <a:ext cx="5105453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pc="-43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 2023, losses from cybercrime complaints reached $12.5 billion, which is more than triple the 2019 figure. The sharp rise began in 2021.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77858" y="924499"/>
            <a:ext cx="11528116" cy="8438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6D8080">
                <a:alpha val="100000"/>
              </a:srgbClr>
            </a:gs>
            <a:gs pos="66667">
              <a:srgbClr val="29464A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41263"/>
            <a:ext cx="1306833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Cyberattacks usually follow these key stages: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191856" cy="111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pc="-273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Lifecycle of a cyberattack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69127" y="4924759"/>
            <a:ext cx="272251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Gathering information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34787" y="4924759"/>
            <a:ext cx="3239121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Creating and sending malicious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20642" y="4924759"/>
            <a:ext cx="3239121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Using a system weakness to gain access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32845" y="7617702"/>
            <a:ext cx="3239121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Installing malware to gain control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1297" y="7617702"/>
            <a:ext cx="3239121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Connecting to the system to issue instructions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185" y="7643879"/>
            <a:ext cx="3239121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Stealing data or disrupting operations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152604" y="4320231"/>
            <a:ext cx="2082183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0679227" y="4320231"/>
            <a:ext cx="2370008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16493676" y="4320231"/>
            <a:ext cx="0" cy="286113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10576567" y="7037454"/>
            <a:ext cx="2472668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H="true">
            <a:off x="5093965" y="7037454"/>
            <a:ext cx="203816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V="true">
            <a:off x="1649525" y="4584389"/>
            <a:ext cx="58638" cy="245306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1708163" y="3742381"/>
            <a:ext cx="3444441" cy="1155700"/>
            <a:chOff x="0" y="0"/>
            <a:chExt cx="4592588" cy="154093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592588" cy="1540933"/>
              <a:chOff x="0" y="0"/>
              <a:chExt cx="907178" cy="30438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07178" cy="304382"/>
              </a:xfrm>
              <a:custGeom>
                <a:avLst/>
                <a:gdLst/>
                <a:ahLst/>
                <a:cxnLst/>
                <a:rect r="r" b="b" t="t" l="l"/>
                <a:pathLst>
                  <a:path h="304382" w="907178">
                    <a:moveTo>
                      <a:pt x="22477" y="0"/>
                    </a:moveTo>
                    <a:lnTo>
                      <a:pt x="884701" y="0"/>
                    </a:lnTo>
                    <a:cubicBezTo>
                      <a:pt x="890662" y="0"/>
                      <a:pt x="896379" y="2368"/>
                      <a:pt x="900595" y="6583"/>
                    </a:cubicBezTo>
                    <a:cubicBezTo>
                      <a:pt x="904810" y="10798"/>
                      <a:pt x="907178" y="16515"/>
                      <a:pt x="907178" y="22477"/>
                    </a:cubicBezTo>
                    <a:lnTo>
                      <a:pt x="907178" y="281905"/>
                    </a:lnTo>
                    <a:cubicBezTo>
                      <a:pt x="907178" y="287866"/>
                      <a:pt x="904810" y="293583"/>
                      <a:pt x="900595" y="297799"/>
                    </a:cubicBezTo>
                    <a:cubicBezTo>
                      <a:pt x="896379" y="302014"/>
                      <a:pt x="890662" y="304382"/>
                      <a:pt x="884701" y="304382"/>
                    </a:cubicBezTo>
                    <a:lnTo>
                      <a:pt x="22477" y="304382"/>
                    </a:lnTo>
                    <a:cubicBezTo>
                      <a:pt x="16515" y="304382"/>
                      <a:pt x="10798" y="302014"/>
                      <a:pt x="6583" y="297799"/>
                    </a:cubicBezTo>
                    <a:cubicBezTo>
                      <a:pt x="2368" y="293583"/>
                      <a:pt x="0" y="287866"/>
                      <a:pt x="0" y="281905"/>
                    </a:cubicBezTo>
                    <a:lnTo>
                      <a:pt x="0" y="22477"/>
                    </a:lnTo>
                    <a:cubicBezTo>
                      <a:pt x="0" y="16515"/>
                      <a:pt x="2368" y="10798"/>
                      <a:pt x="6583" y="6583"/>
                    </a:cubicBezTo>
                    <a:cubicBezTo>
                      <a:pt x="10798" y="2368"/>
                      <a:pt x="16515" y="0"/>
                      <a:pt x="22477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w="9525" cap="sq">
                <a:solidFill>
                  <a:srgbClr val="9EB49F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76200"/>
                <a:ext cx="907178" cy="380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4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52512" y="474557"/>
              <a:ext cx="3887564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Reconnaissance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49235" y="3742381"/>
            <a:ext cx="3444441" cy="1155700"/>
            <a:chOff x="0" y="0"/>
            <a:chExt cx="4592588" cy="154093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592588" cy="1540933"/>
              <a:chOff x="0" y="0"/>
              <a:chExt cx="907178" cy="30438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07178" cy="304382"/>
              </a:xfrm>
              <a:custGeom>
                <a:avLst/>
                <a:gdLst/>
                <a:ahLst/>
                <a:cxnLst/>
                <a:rect r="r" b="b" t="t" l="l"/>
                <a:pathLst>
                  <a:path h="304382" w="907178">
                    <a:moveTo>
                      <a:pt x="22477" y="0"/>
                    </a:moveTo>
                    <a:lnTo>
                      <a:pt x="884701" y="0"/>
                    </a:lnTo>
                    <a:cubicBezTo>
                      <a:pt x="890662" y="0"/>
                      <a:pt x="896379" y="2368"/>
                      <a:pt x="900595" y="6583"/>
                    </a:cubicBezTo>
                    <a:cubicBezTo>
                      <a:pt x="904810" y="10798"/>
                      <a:pt x="907178" y="16515"/>
                      <a:pt x="907178" y="22477"/>
                    </a:cubicBezTo>
                    <a:lnTo>
                      <a:pt x="907178" y="281905"/>
                    </a:lnTo>
                    <a:cubicBezTo>
                      <a:pt x="907178" y="287866"/>
                      <a:pt x="904810" y="293583"/>
                      <a:pt x="900595" y="297799"/>
                    </a:cubicBezTo>
                    <a:cubicBezTo>
                      <a:pt x="896379" y="302014"/>
                      <a:pt x="890662" y="304382"/>
                      <a:pt x="884701" y="304382"/>
                    </a:cubicBezTo>
                    <a:lnTo>
                      <a:pt x="22477" y="304382"/>
                    </a:lnTo>
                    <a:cubicBezTo>
                      <a:pt x="16515" y="304382"/>
                      <a:pt x="10798" y="302014"/>
                      <a:pt x="6583" y="297799"/>
                    </a:cubicBezTo>
                    <a:cubicBezTo>
                      <a:pt x="2368" y="293583"/>
                      <a:pt x="0" y="287866"/>
                      <a:pt x="0" y="281905"/>
                    </a:cubicBezTo>
                    <a:lnTo>
                      <a:pt x="0" y="22477"/>
                    </a:lnTo>
                    <a:cubicBezTo>
                      <a:pt x="0" y="16515"/>
                      <a:pt x="2368" y="10798"/>
                      <a:pt x="6583" y="6583"/>
                    </a:cubicBezTo>
                    <a:cubicBezTo>
                      <a:pt x="10798" y="2368"/>
                      <a:pt x="16515" y="0"/>
                      <a:pt x="22477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w="9525" cap="sq">
                <a:solidFill>
                  <a:srgbClr val="9EB49F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76200"/>
                <a:ext cx="907178" cy="380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4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61875" y="474557"/>
              <a:ext cx="3887564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Exploitation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34787" y="3742381"/>
            <a:ext cx="3444441" cy="1155700"/>
            <a:chOff x="0" y="0"/>
            <a:chExt cx="4592588" cy="154093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592588" cy="1540933"/>
              <a:chOff x="0" y="0"/>
              <a:chExt cx="907178" cy="30438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07178" cy="304382"/>
              </a:xfrm>
              <a:custGeom>
                <a:avLst/>
                <a:gdLst/>
                <a:ahLst/>
                <a:cxnLst/>
                <a:rect r="r" b="b" t="t" l="l"/>
                <a:pathLst>
                  <a:path h="304382" w="907178">
                    <a:moveTo>
                      <a:pt x="22477" y="0"/>
                    </a:moveTo>
                    <a:lnTo>
                      <a:pt x="884701" y="0"/>
                    </a:lnTo>
                    <a:cubicBezTo>
                      <a:pt x="890662" y="0"/>
                      <a:pt x="896379" y="2368"/>
                      <a:pt x="900595" y="6583"/>
                    </a:cubicBezTo>
                    <a:cubicBezTo>
                      <a:pt x="904810" y="10798"/>
                      <a:pt x="907178" y="16515"/>
                      <a:pt x="907178" y="22477"/>
                    </a:cubicBezTo>
                    <a:lnTo>
                      <a:pt x="907178" y="281905"/>
                    </a:lnTo>
                    <a:cubicBezTo>
                      <a:pt x="907178" y="287866"/>
                      <a:pt x="904810" y="293583"/>
                      <a:pt x="900595" y="297799"/>
                    </a:cubicBezTo>
                    <a:cubicBezTo>
                      <a:pt x="896379" y="302014"/>
                      <a:pt x="890662" y="304382"/>
                      <a:pt x="884701" y="304382"/>
                    </a:cubicBezTo>
                    <a:lnTo>
                      <a:pt x="22477" y="304382"/>
                    </a:lnTo>
                    <a:cubicBezTo>
                      <a:pt x="16515" y="304382"/>
                      <a:pt x="10798" y="302014"/>
                      <a:pt x="6583" y="297799"/>
                    </a:cubicBezTo>
                    <a:cubicBezTo>
                      <a:pt x="2368" y="293583"/>
                      <a:pt x="0" y="287866"/>
                      <a:pt x="0" y="281905"/>
                    </a:cubicBezTo>
                    <a:lnTo>
                      <a:pt x="0" y="22477"/>
                    </a:lnTo>
                    <a:cubicBezTo>
                      <a:pt x="0" y="16515"/>
                      <a:pt x="2368" y="10798"/>
                      <a:pt x="6583" y="6583"/>
                    </a:cubicBezTo>
                    <a:cubicBezTo>
                      <a:pt x="10798" y="2368"/>
                      <a:pt x="16515" y="0"/>
                      <a:pt x="22477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w="9525" cap="sq">
                <a:solidFill>
                  <a:srgbClr val="9EB49F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76200"/>
                <a:ext cx="907178" cy="380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4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52512" y="195157"/>
              <a:ext cx="3887564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Weaponization and Delivery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49235" y="6459604"/>
            <a:ext cx="3444441" cy="1155700"/>
            <a:chOff x="0" y="0"/>
            <a:chExt cx="4592588" cy="1540933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592588" cy="1540933"/>
              <a:chOff x="0" y="0"/>
              <a:chExt cx="907178" cy="30438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07178" cy="304382"/>
              </a:xfrm>
              <a:custGeom>
                <a:avLst/>
                <a:gdLst/>
                <a:ahLst/>
                <a:cxnLst/>
                <a:rect r="r" b="b" t="t" l="l"/>
                <a:pathLst>
                  <a:path h="304382" w="907178">
                    <a:moveTo>
                      <a:pt x="22477" y="0"/>
                    </a:moveTo>
                    <a:lnTo>
                      <a:pt x="884701" y="0"/>
                    </a:lnTo>
                    <a:cubicBezTo>
                      <a:pt x="890662" y="0"/>
                      <a:pt x="896379" y="2368"/>
                      <a:pt x="900595" y="6583"/>
                    </a:cubicBezTo>
                    <a:cubicBezTo>
                      <a:pt x="904810" y="10798"/>
                      <a:pt x="907178" y="16515"/>
                      <a:pt x="907178" y="22477"/>
                    </a:cubicBezTo>
                    <a:lnTo>
                      <a:pt x="907178" y="281905"/>
                    </a:lnTo>
                    <a:cubicBezTo>
                      <a:pt x="907178" y="287866"/>
                      <a:pt x="904810" y="293583"/>
                      <a:pt x="900595" y="297799"/>
                    </a:cubicBezTo>
                    <a:cubicBezTo>
                      <a:pt x="896379" y="302014"/>
                      <a:pt x="890662" y="304382"/>
                      <a:pt x="884701" y="304382"/>
                    </a:cubicBezTo>
                    <a:lnTo>
                      <a:pt x="22477" y="304382"/>
                    </a:lnTo>
                    <a:cubicBezTo>
                      <a:pt x="16515" y="304382"/>
                      <a:pt x="10798" y="302014"/>
                      <a:pt x="6583" y="297799"/>
                    </a:cubicBezTo>
                    <a:cubicBezTo>
                      <a:pt x="2368" y="293583"/>
                      <a:pt x="0" y="287866"/>
                      <a:pt x="0" y="281905"/>
                    </a:cubicBezTo>
                    <a:lnTo>
                      <a:pt x="0" y="22477"/>
                    </a:lnTo>
                    <a:cubicBezTo>
                      <a:pt x="0" y="16515"/>
                      <a:pt x="2368" y="10798"/>
                      <a:pt x="6583" y="6583"/>
                    </a:cubicBezTo>
                    <a:cubicBezTo>
                      <a:pt x="10798" y="2368"/>
                      <a:pt x="16515" y="0"/>
                      <a:pt x="22477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w="9525" cap="sq">
                <a:solidFill>
                  <a:srgbClr val="9EB49F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76200"/>
                <a:ext cx="907178" cy="380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4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27112" y="474557"/>
              <a:ext cx="3887564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Installation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132127" y="6459604"/>
            <a:ext cx="3444441" cy="1155700"/>
            <a:chOff x="0" y="0"/>
            <a:chExt cx="4592588" cy="154093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4592588" cy="1540933"/>
              <a:chOff x="0" y="0"/>
              <a:chExt cx="907178" cy="30438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907178" cy="304382"/>
              </a:xfrm>
              <a:custGeom>
                <a:avLst/>
                <a:gdLst/>
                <a:ahLst/>
                <a:cxnLst/>
                <a:rect r="r" b="b" t="t" l="l"/>
                <a:pathLst>
                  <a:path h="304382" w="907178">
                    <a:moveTo>
                      <a:pt x="22477" y="0"/>
                    </a:moveTo>
                    <a:lnTo>
                      <a:pt x="884701" y="0"/>
                    </a:lnTo>
                    <a:cubicBezTo>
                      <a:pt x="890662" y="0"/>
                      <a:pt x="896379" y="2368"/>
                      <a:pt x="900595" y="6583"/>
                    </a:cubicBezTo>
                    <a:cubicBezTo>
                      <a:pt x="904810" y="10798"/>
                      <a:pt x="907178" y="16515"/>
                      <a:pt x="907178" y="22477"/>
                    </a:cubicBezTo>
                    <a:lnTo>
                      <a:pt x="907178" y="281905"/>
                    </a:lnTo>
                    <a:cubicBezTo>
                      <a:pt x="907178" y="287866"/>
                      <a:pt x="904810" y="293583"/>
                      <a:pt x="900595" y="297799"/>
                    </a:cubicBezTo>
                    <a:cubicBezTo>
                      <a:pt x="896379" y="302014"/>
                      <a:pt x="890662" y="304382"/>
                      <a:pt x="884701" y="304382"/>
                    </a:cubicBezTo>
                    <a:lnTo>
                      <a:pt x="22477" y="304382"/>
                    </a:lnTo>
                    <a:cubicBezTo>
                      <a:pt x="16515" y="304382"/>
                      <a:pt x="10798" y="302014"/>
                      <a:pt x="6583" y="297799"/>
                    </a:cubicBezTo>
                    <a:cubicBezTo>
                      <a:pt x="2368" y="293583"/>
                      <a:pt x="0" y="287866"/>
                      <a:pt x="0" y="281905"/>
                    </a:cubicBezTo>
                    <a:lnTo>
                      <a:pt x="0" y="22477"/>
                    </a:lnTo>
                    <a:cubicBezTo>
                      <a:pt x="0" y="16515"/>
                      <a:pt x="2368" y="10798"/>
                      <a:pt x="6583" y="6583"/>
                    </a:cubicBezTo>
                    <a:cubicBezTo>
                      <a:pt x="10798" y="2368"/>
                      <a:pt x="16515" y="0"/>
                      <a:pt x="22477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w="9525" cap="sq">
                <a:solidFill>
                  <a:srgbClr val="9EB49F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76200"/>
                <a:ext cx="907178" cy="380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4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2512" y="195157"/>
              <a:ext cx="3887564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Command and 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Control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49525" y="6459604"/>
            <a:ext cx="3444441" cy="1155700"/>
            <a:chOff x="0" y="0"/>
            <a:chExt cx="4592588" cy="1540933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4592588" cy="1540933"/>
              <a:chOff x="0" y="0"/>
              <a:chExt cx="907178" cy="30438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07178" cy="304382"/>
              </a:xfrm>
              <a:custGeom>
                <a:avLst/>
                <a:gdLst/>
                <a:ahLst/>
                <a:cxnLst/>
                <a:rect r="r" b="b" t="t" l="l"/>
                <a:pathLst>
                  <a:path h="304382" w="907178">
                    <a:moveTo>
                      <a:pt x="22477" y="0"/>
                    </a:moveTo>
                    <a:lnTo>
                      <a:pt x="884701" y="0"/>
                    </a:lnTo>
                    <a:cubicBezTo>
                      <a:pt x="890662" y="0"/>
                      <a:pt x="896379" y="2368"/>
                      <a:pt x="900595" y="6583"/>
                    </a:cubicBezTo>
                    <a:cubicBezTo>
                      <a:pt x="904810" y="10798"/>
                      <a:pt x="907178" y="16515"/>
                      <a:pt x="907178" y="22477"/>
                    </a:cubicBezTo>
                    <a:lnTo>
                      <a:pt x="907178" y="281905"/>
                    </a:lnTo>
                    <a:cubicBezTo>
                      <a:pt x="907178" y="287866"/>
                      <a:pt x="904810" y="293583"/>
                      <a:pt x="900595" y="297799"/>
                    </a:cubicBezTo>
                    <a:cubicBezTo>
                      <a:pt x="896379" y="302014"/>
                      <a:pt x="890662" y="304382"/>
                      <a:pt x="884701" y="304382"/>
                    </a:cubicBezTo>
                    <a:lnTo>
                      <a:pt x="22477" y="304382"/>
                    </a:lnTo>
                    <a:cubicBezTo>
                      <a:pt x="16515" y="304382"/>
                      <a:pt x="10798" y="302014"/>
                      <a:pt x="6583" y="297799"/>
                    </a:cubicBezTo>
                    <a:cubicBezTo>
                      <a:pt x="2368" y="293583"/>
                      <a:pt x="0" y="287866"/>
                      <a:pt x="0" y="281905"/>
                    </a:cubicBezTo>
                    <a:lnTo>
                      <a:pt x="0" y="22477"/>
                    </a:lnTo>
                    <a:cubicBezTo>
                      <a:pt x="0" y="16515"/>
                      <a:pt x="2368" y="10798"/>
                      <a:pt x="6583" y="6583"/>
                    </a:cubicBezTo>
                    <a:cubicBezTo>
                      <a:pt x="10798" y="2368"/>
                      <a:pt x="16515" y="0"/>
                      <a:pt x="22477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w="9525" cap="sq">
                <a:solidFill>
                  <a:srgbClr val="9EB49F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76200"/>
                <a:ext cx="907178" cy="380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4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352512" y="195157"/>
              <a:ext cx="3887564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Actions on the objectives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9588" y="709720"/>
            <a:ext cx="4045623" cy="404562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44811" y="1636062"/>
            <a:ext cx="3507438" cy="35074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4887" y="5431454"/>
            <a:ext cx="2930324" cy="293032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20975" y="5643654"/>
            <a:ext cx="3938325" cy="393832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4671533" y="5340328"/>
            <a:ext cx="11400466" cy="9348382"/>
          </a:xfrm>
          <a:custGeom>
            <a:avLst/>
            <a:gdLst/>
            <a:ahLst/>
            <a:cxnLst/>
            <a:rect r="r" b="b" t="t" l="l"/>
            <a:pathLst>
              <a:path h="9348382" w="11400466">
                <a:moveTo>
                  <a:pt x="0" y="0"/>
                </a:moveTo>
                <a:lnTo>
                  <a:pt x="11400466" y="0"/>
                </a:lnTo>
                <a:lnTo>
                  <a:pt x="11400466" y="9348382"/>
                </a:lnTo>
                <a:lnTo>
                  <a:pt x="0" y="934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5731763"/>
            <a:ext cx="583958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Raise your hand if any of these apply to you.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158154"/>
            <a:ext cx="7092919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Digital safety</a:t>
            </a:r>
            <a:r>
              <a:rPr lang="en-US" b="true" sz="6500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check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32679" y="1790889"/>
            <a:ext cx="3359441" cy="182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9"/>
              </a:lnSpc>
              <a:spcBef>
                <a:spcPct val="0"/>
              </a:spcBef>
            </a:pPr>
            <a:r>
              <a:rPr lang="en-US" sz="262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You’ve used the same password for more than one account.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56953" y="2973210"/>
            <a:ext cx="2683155" cy="78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9"/>
              </a:lnSpc>
              <a:spcBef>
                <a:spcPct val="0"/>
              </a:spcBef>
            </a:pPr>
            <a:r>
              <a:rPr lang="en-US" sz="227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You’ve clicked on a suspicious link.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13323" y="6374543"/>
            <a:ext cx="2113453" cy="99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5"/>
              </a:lnSpc>
              <a:spcBef>
                <a:spcPct val="0"/>
              </a:spcBef>
            </a:pPr>
            <a:r>
              <a:rPr lang="en-US" sz="1903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You use public Wi-Fi without a VPN.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69908" y="6532265"/>
            <a:ext cx="2840459" cy="22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You store passwords in your notes app or send them to yourself.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6D8080">
                <a:alpha val="100000"/>
              </a:srgbClr>
            </a:gs>
            <a:gs pos="66667">
              <a:srgbClr val="29464A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81468" y="1028700"/>
            <a:ext cx="4869853" cy="8229600"/>
            <a:chOff x="0" y="0"/>
            <a:chExt cx="1282595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59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282595">
                  <a:moveTo>
                    <a:pt x="15898" y="0"/>
                  </a:moveTo>
                  <a:lnTo>
                    <a:pt x="1266697" y="0"/>
                  </a:lnTo>
                  <a:cubicBezTo>
                    <a:pt x="1270914" y="0"/>
                    <a:pt x="1274957" y="1675"/>
                    <a:pt x="1277939" y="4656"/>
                  </a:cubicBezTo>
                  <a:cubicBezTo>
                    <a:pt x="1280920" y="7638"/>
                    <a:pt x="1282595" y="11681"/>
                    <a:pt x="1282595" y="15898"/>
                  </a:cubicBezTo>
                  <a:lnTo>
                    <a:pt x="1282595" y="2151569"/>
                  </a:lnTo>
                  <a:cubicBezTo>
                    <a:pt x="1282595" y="2160349"/>
                    <a:pt x="1275478" y="2167467"/>
                    <a:pt x="1266697" y="2167467"/>
                  </a:cubicBezTo>
                  <a:lnTo>
                    <a:pt x="15898" y="2167467"/>
                  </a:lnTo>
                  <a:cubicBezTo>
                    <a:pt x="7118" y="2167467"/>
                    <a:pt x="0" y="2160349"/>
                    <a:pt x="0" y="2151569"/>
                  </a:cubicBezTo>
                  <a:lnTo>
                    <a:pt x="0" y="15898"/>
                  </a:lnTo>
                  <a:cubicBezTo>
                    <a:pt x="0" y="7118"/>
                    <a:pt x="7118" y="0"/>
                    <a:pt x="15898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282595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05597" y="1286276"/>
            <a:ext cx="4221596" cy="5315646"/>
            <a:chOff x="0" y="0"/>
            <a:chExt cx="5628795" cy="7087528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11314" t="0" r="35739" b="0"/>
            <a:stretch>
              <a:fillRect/>
            </a:stretch>
          </p:blipFill>
          <p:spPr>
            <a:xfrm flipH="false" flipV="false">
              <a:off x="0" y="0"/>
              <a:ext cx="5628795" cy="7087528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2389447" y="1028700"/>
            <a:ext cx="4869853" cy="8229600"/>
            <a:chOff x="0" y="0"/>
            <a:chExt cx="1282595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59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282595">
                  <a:moveTo>
                    <a:pt x="15898" y="0"/>
                  </a:moveTo>
                  <a:lnTo>
                    <a:pt x="1266697" y="0"/>
                  </a:lnTo>
                  <a:cubicBezTo>
                    <a:pt x="1270914" y="0"/>
                    <a:pt x="1274957" y="1675"/>
                    <a:pt x="1277939" y="4656"/>
                  </a:cubicBezTo>
                  <a:cubicBezTo>
                    <a:pt x="1280920" y="7638"/>
                    <a:pt x="1282595" y="11681"/>
                    <a:pt x="1282595" y="15898"/>
                  </a:cubicBezTo>
                  <a:lnTo>
                    <a:pt x="1282595" y="2151569"/>
                  </a:lnTo>
                  <a:cubicBezTo>
                    <a:pt x="1282595" y="2160349"/>
                    <a:pt x="1275478" y="2167467"/>
                    <a:pt x="1266697" y="2167467"/>
                  </a:cubicBezTo>
                  <a:lnTo>
                    <a:pt x="15898" y="2167467"/>
                  </a:lnTo>
                  <a:cubicBezTo>
                    <a:pt x="7118" y="2167467"/>
                    <a:pt x="0" y="2160349"/>
                    <a:pt x="0" y="2151569"/>
                  </a:cubicBezTo>
                  <a:lnTo>
                    <a:pt x="0" y="15898"/>
                  </a:lnTo>
                  <a:cubicBezTo>
                    <a:pt x="0" y="7118"/>
                    <a:pt x="7118" y="0"/>
                    <a:pt x="15898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282595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13575" y="1286276"/>
            <a:ext cx="4221596" cy="5315646"/>
            <a:chOff x="0" y="0"/>
            <a:chExt cx="5628795" cy="7087528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3"/>
            <a:srcRect l="0" t="8054" r="0" b="8054"/>
            <a:stretch>
              <a:fillRect/>
            </a:stretch>
          </p:blipFill>
          <p:spPr>
            <a:xfrm flipH="false" flipV="false">
              <a:off x="0" y="0"/>
              <a:ext cx="5628795" cy="7087528"/>
            </a:xfrm>
            <a:prstGeom prst="rect">
              <a:avLst/>
            </a:prstGeom>
          </p:spPr>
        </p:pic>
      </p:grpSp>
      <p:sp>
        <p:nvSpPr>
          <p:cNvPr name="Freeform 12" id="12"/>
          <p:cNvSpPr/>
          <p:nvPr/>
        </p:nvSpPr>
        <p:spPr>
          <a:xfrm flipH="false" flipV="false" rot="0">
            <a:off x="-436693" y="3944099"/>
            <a:ext cx="5310175" cy="8514858"/>
          </a:xfrm>
          <a:custGeom>
            <a:avLst/>
            <a:gdLst/>
            <a:ahLst/>
            <a:cxnLst/>
            <a:rect r="r" b="b" t="t" l="l"/>
            <a:pathLst>
              <a:path h="8514858" w="5310175">
                <a:moveTo>
                  <a:pt x="0" y="0"/>
                </a:moveTo>
                <a:lnTo>
                  <a:pt x="5310175" y="0"/>
                </a:lnTo>
                <a:lnTo>
                  <a:pt x="5310175" y="8514858"/>
                </a:lnTo>
                <a:lnTo>
                  <a:pt x="0" y="8514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7605597" y="7034593"/>
            <a:ext cx="422159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Protects sensitive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19583" y="7768613"/>
            <a:ext cx="4393625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Prevents theft or exposure of personal and business information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42975"/>
            <a:ext cx="569079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Importance</a:t>
            </a:r>
            <a:r>
              <a:rPr lang="en-US" b="true" sz="4000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 of cybersecurity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13575" y="7034593"/>
            <a:ext cx="422159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Safeguards trust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27561" y="7768613"/>
            <a:ext cx="4393625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Maintains customer confidence and protects brand reputation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162306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Cybersecurity best practices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549927"/>
            <a:ext cx="5034470" cy="6949250"/>
            <a:chOff x="0" y="0"/>
            <a:chExt cx="1325951" cy="18302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5951" cy="1830255"/>
            </a:xfrm>
            <a:custGeom>
              <a:avLst/>
              <a:gdLst/>
              <a:ahLst/>
              <a:cxnLst/>
              <a:rect r="r" b="b" t="t" l="l"/>
              <a:pathLst>
                <a:path h="1830255" w="1325951">
                  <a:moveTo>
                    <a:pt x="15378" y="0"/>
                  </a:moveTo>
                  <a:lnTo>
                    <a:pt x="1310573" y="0"/>
                  </a:lnTo>
                  <a:cubicBezTo>
                    <a:pt x="1319066" y="0"/>
                    <a:pt x="1325951" y="6885"/>
                    <a:pt x="1325951" y="15378"/>
                  </a:cubicBezTo>
                  <a:lnTo>
                    <a:pt x="1325951" y="1814877"/>
                  </a:lnTo>
                  <a:cubicBezTo>
                    <a:pt x="1325951" y="1823370"/>
                    <a:pt x="1319066" y="1830255"/>
                    <a:pt x="1310573" y="1830255"/>
                  </a:cubicBezTo>
                  <a:lnTo>
                    <a:pt x="15378" y="1830255"/>
                  </a:lnTo>
                  <a:cubicBezTo>
                    <a:pt x="6885" y="1830255"/>
                    <a:pt x="0" y="1823370"/>
                    <a:pt x="0" y="1814877"/>
                  </a:cubicBezTo>
                  <a:lnTo>
                    <a:pt x="0" y="15378"/>
                  </a:lnTo>
                  <a:cubicBezTo>
                    <a:pt x="0" y="6885"/>
                    <a:pt x="6885" y="0"/>
                    <a:pt x="15378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w="9525" cap="sq">
              <a:solidFill>
                <a:srgbClr val="9EB49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325951" cy="1906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26765" y="2549927"/>
            <a:ext cx="5034470" cy="6949250"/>
            <a:chOff x="0" y="0"/>
            <a:chExt cx="1325951" cy="18302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5951" cy="1830255"/>
            </a:xfrm>
            <a:custGeom>
              <a:avLst/>
              <a:gdLst/>
              <a:ahLst/>
              <a:cxnLst/>
              <a:rect r="r" b="b" t="t" l="l"/>
              <a:pathLst>
                <a:path h="1830255" w="1325951">
                  <a:moveTo>
                    <a:pt x="15378" y="0"/>
                  </a:moveTo>
                  <a:lnTo>
                    <a:pt x="1310573" y="0"/>
                  </a:lnTo>
                  <a:cubicBezTo>
                    <a:pt x="1319066" y="0"/>
                    <a:pt x="1325951" y="6885"/>
                    <a:pt x="1325951" y="15378"/>
                  </a:cubicBezTo>
                  <a:lnTo>
                    <a:pt x="1325951" y="1814877"/>
                  </a:lnTo>
                  <a:cubicBezTo>
                    <a:pt x="1325951" y="1823370"/>
                    <a:pt x="1319066" y="1830255"/>
                    <a:pt x="1310573" y="1830255"/>
                  </a:cubicBezTo>
                  <a:lnTo>
                    <a:pt x="15378" y="1830255"/>
                  </a:lnTo>
                  <a:cubicBezTo>
                    <a:pt x="6885" y="1830255"/>
                    <a:pt x="0" y="1823370"/>
                    <a:pt x="0" y="1814877"/>
                  </a:cubicBezTo>
                  <a:lnTo>
                    <a:pt x="0" y="15378"/>
                  </a:lnTo>
                  <a:cubicBezTo>
                    <a:pt x="0" y="6885"/>
                    <a:pt x="6885" y="0"/>
                    <a:pt x="15378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w="9525" cap="sq">
              <a:solidFill>
                <a:srgbClr val="9EB49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325951" cy="1906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24830" y="2549927"/>
            <a:ext cx="5034470" cy="6949250"/>
            <a:chOff x="0" y="0"/>
            <a:chExt cx="1325951" cy="1830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5951" cy="1830255"/>
            </a:xfrm>
            <a:custGeom>
              <a:avLst/>
              <a:gdLst/>
              <a:ahLst/>
              <a:cxnLst/>
              <a:rect r="r" b="b" t="t" l="l"/>
              <a:pathLst>
                <a:path h="1830255" w="1325951">
                  <a:moveTo>
                    <a:pt x="15378" y="0"/>
                  </a:moveTo>
                  <a:lnTo>
                    <a:pt x="1310573" y="0"/>
                  </a:lnTo>
                  <a:cubicBezTo>
                    <a:pt x="1319066" y="0"/>
                    <a:pt x="1325951" y="6885"/>
                    <a:pt x="1325951" y="15378"/>
                  </a:cubicBezTo>
                  <a:lnTo>
                    <a:pt x="1325951" y="1814877"/>
                  </a:lnTo>
                  <a:cubicBezTo>
                    <a:pt x="1325951" y="1823370"/>
                    <a:pt x="1319066" y="1830255"/>
                    <a:pt x="1310573" y="1830255"/>
                  </a:cubicBezTo>
                  <a:lnTo>
                    <a:pt x="15378" y="1830255"/>
                  </a:lnTo>
                  <a:cubicBezTo>
                    <a:pt x="6885" y="1830255"/>
                    <a:pt x="0" y="1823370"/>
                    <a:pt x="0" y="1814877"/>
                  </a:cubicBezTo>
                  <a:lnTo>
                    <a:pt x="0" y="15378"/>
                  </a:lnTo>
                  <a:cubicBezTo>
                    <a:pt x="0" y="6885"/>
                    <a:pt x="6885" y="0"/>
                    <a:pt x="15378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  <a:ln w="9525" cap="sq">
              <a:solidFill>
                <a:srgbClr val="9EB49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325951" cy="1906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316" y="5713865"/>
            <a:ext cx="4393625" cy="3354888"/>
            <a:chOff x="0" y="0"/>
            <a:chExt cx="5858166" cy="4473184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2"/>
            <a:srcRect l="6306" t="0" r="6306" b="0"/>
            <a:stretch>
              <a:fillRect/>
            </a:stretch>
          </p:blipFill>
          <p:spPr>
            <a:xfrm flipH="false" flipV="false">
              <a:off x="0" y="0"/>
              <a:ext cx="5858166" cy="4473184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6947188" y="2933164"/>
            <a:ext cx="4393625" cy="3354888"/>
            <a:chOff x="0" y="0"/>
            <a:chExt cx="5858166" cy="4473184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3"/>
            <a:srcRect l="6373" t="0" r="6373" b="0"/>
            <a:stretch>
              <a:fillRect/>
            </a:stretch>
          </p:blipFill>
          <p:spPr>
            <a:xfrm flipH="false" flipV="false">
              <a:off x="0" y="0"/>
              <a:ext cx="5858166" cy="4473184"/>
            </a:xfrm>
            <a:prstGeom prst="rect">
              <a:avLst/>
            </a:prstGeom>
          </p:spPr>
        </p:pic>
      </p:grpSp>
      <p:grpSp>
        <p:nvGrpSpPr>
          <p:cNvPr name="Group 16" id="16"/>
          <p:cNvGrpSpPr/>
          <p:nvPr/>
        </p:nvGrpSpPr>
        <p:grpSpPr>
          <a:xfrm rot="0">
            <a:off x="12545253" y="5713865"/>
            <a:ext cx="4393625" cy="3354888"/>
            <a:chOff x="0" y="0"/>
            <a:chExt cx="5858166" cy="4473184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4"/>
            <a:srcRect l="6346" t="0" r="6346" b="0"/>
            <a:stretch>
              <a:fillRect/>
            </a:stretch>
          </p:blipFill>
          <p:spPr>
            <a:xfrm flipH="false" flipV="false">
              <a:off x="0" y="0"/>
              <a:ext cx="5858166" cy="4473184"/>
            </a:xfrm>
            <a:prstGeom prst="rect">
              <a:avLst/>
            </a:prstGeom>
          </p:spPr>
        </p:pic>
      </p:grpSp>
      <p:sp>
        <p:nvSpPr>
          <p:cNvPr name="TextBox 18" id="18"/>
          <p:cNvSpPr txBox="true"/>
          <p:nvPr/>
        </p:nvSpPr>
        <p:spPr>
          <a:xfrm rot="0">
            <a:off x="1347316" y="2923639"/>
            <a:ext cx="439362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Use strong, unique passwords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47188" y="6633385"/>
            <a:ext cx="439362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Enable two-factor authentication (2FA)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45253" y="2923639"/>
            <a:ext cx="439362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Think twice before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you click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7316" y="4116840"/>
            <a:ext cx="4393625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Avoid reusing passwords. Use a password manager to create and store complex ones.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47188" y="7776385"/>
            <a:ext cx="4393625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Add a second step to your login for extra protection.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47060" y="4116840"/>
            <a:ext cx="4393625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Avoid opening suspicious links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and attachments.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14952" y="1028700"/>
            <a:ext cx="7344348" cy="1725089"/>
            <a:chOff x="0" y="0"/>
            <a:chExt cx="1956974" cy="459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6974" cy="459667"/>
            </a:xfrm>
            <a:custGeom>
              <a:avLst/>
              <a:gdLst/>
              <a:ahLst/>
              <a:cxnLst/>
              <a:rect r="r" b="b" t="t" l="l"/>
              <a:pathLst>
                <a:path h="459667" w="1956974">
                  <a:moveTo>
                    <a:pt x="10541" y="0"/>
                  </a:moveTo>
                  <a:lnTo>
                    <a:pt x="1946432" y="0"/>
                  </a:lnTo>
                  <a:cubicBezTo>
                    <a:pt x="1949228" y="0"/>
                    <a:pt x="1951909" y="1111"/>
                    <a:pt x="1953886" y="3087"/>
                  </a:cubicBezTo>
                  <a:cubicBezTo>
                    <a:pt x="1955863" y="5064"/>
                    <a:pt x="1956974" y="7746"/>
                    <a:pt x="1956974" y="10541"/>
                  </a:cubicBezTo>
                  <a:lnTo>
                    <a:pt x="1956974" y="449126"/>
                  </a:lnTo>
                  <a:cubicBezTo>
                    <a:pt x="1956974" y="451921"/>
                    <a:pt x="1955863" y="454603"/>
                    <a:pt x="1953886" y="456579"/>
                  </a:cubicBezTo>
                  <a:cubicBezTo>
                    <a:pt x="1951909" y="458556"/>
                    <a:pt x="1949228" y="459667"/>
                    <a:pt x="1946432" y="459667"/>
                  </a:cubicBezTo>
                  <a:lnTo>
                    <a:pt x="10541" y="459667"/>
                  </a:lnTo>
                  <a:cubicBezTo>
                    <a:pt x="7746" y="459667"/>
                    <a:pt x="5064" y="458556"/>
                    <a:pt x="3087" y="456579"/>
                  </a:cubicBezTo>
                  <a:cubicBezTo>
                    <a:pt x="1111" y="454603"/>
                    <a:pt x="0" y="451921"/>
                    <a:pt x="0" y="449126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  <a:ln w="9525" cap="sq">
              <a:solidFill>
                <a:srgbClr val="9EB49F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956974" cy="535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14952" y="3197165"/>
            <a:ext cx="7344348" cy="1725089"/>
            <a:chOff x="0" y="0"/>
            <a:chExt cx="1956974" cy="459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6974" cy="459667"/>
            </a:xfrm>
            <a:custGeom>
              <a:avLst/>
              <a:gdLst/>
              <a:ahLst/>
              <a:cxnLst/>
              <a:rect r="r" b="b" t="t" l="l"/>
              <a:pathLst>
                <a:path h="459667" w="1956974">
                  <a:moveTo>
                    <a:pt x="10541" y="0"/>
                  </a:moveTo>
                  <a:lnTo>
                    <a:pt x="1946432" y="0"/>
                  </a:lnTo>
                  <a:cubicBezTo>
                    <a:pt x="1949228" y="0"/>
                    <a:pt x="1951909" y="1111"/>
                    <a:pt x="1953886" y="3087"/>
                  </a:cubicBezTo>
                  <a:cubicBezTo>
                    <a:pt x="1955863" y="5064"/>
                    <a:pt x="1956974" y="7746"/>
                    <a:pt x="1956974" y="10541"/>
                  </a:cubicBezTo>
                  <a:lnTo>
                    <a:pt x="1956974" y="449126"/>
                  </a:lnTo>
                  <a:cubicBezTo>
                    <a:pt x="1956974" y="451921"/>
                    <a:pt x="1955863" y="454603"/>
                    <a:pt x="1953886" y="456579"/>
                  </a:cubicBezTo>
                  <a:cubicBezTo>
                    <a:pt x="1951909" y="458556"/>
                    <a:pt x="1949228" y="459667"/>
                    <a:pt x="1946432" y="459667"/>
                  </a:cubicBezTo>
                  <a:lnTo>
                    <a:pt x="10541" y="459667"/>
                  </a:lnTo>
                  <a:cubicBezTo>
                    <a:pt x="7746" y="459667"/>
                    <a:pt x="5064" y="458556"/>
                    <a:pt x="3087" y="456579"/>
                  </a:cubicBezTo>
                  <a:cubicBezTo>
                    <a:pt x="1111" y="454603"/>
                    <a:pt x="0" y="451921"/>
                    <a:pt x="0" y="449126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  <a:ln w="9525" cap="sq">
              <a:solidFill>
                <a:srgbClr val="9EB49F">
                  <a:alpha val="21961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956974" cy="535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14952" y="5364746"/>
            <a:ext cx="7344348" cy="1725089"/>
            <a:chOff x="0" y="0"/>
            <a:chExt cx="1956974" cy="459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6974" cy="459667"/>
            </a:xfrm>
            <a:custGeom>
              <a:avLst/>
              <a:gdLst/>
              <a:ahLst/>
              <a:cxnLst/>
              <a:rect r="r" b="b" t="t" l="l"/>
              <a:pathLst>
                <a:path h="459667" w="1956974">
                  <a:moveTo>
                    <a:pt x="10541" y="0"/>
                  </a:moveTo>
                  <a:lnTo>
                    <a:pt x="1946432" y="0"/>
                  </a:lnTo>
                  <a:cubicBezTo>
                    <a:pt x="1949228" y="0"/>
                    <a:pt x="1951909" y="1111"/>
                    <a:pt x="1953886" y="3087"/>
                  </a:cubicBezTo>
                  <a:cubicBezTo>
                    <a:pt x="1955863" y="5064"/>
                    <a:pt x="1956974" y="7746"/>
                    <a:pt x="1956974" y="10541"/>
                  </a:cubicBezTo>
                  <a:lnTo>
                    <a:pt x="1956974" y="449126"/>
                  </a:lnTo>
                  <a:cubicBezTo>
                    <a:pt x="1956974" y="451921"/>
                    <a:pt x="1955863" y="454603"/>
                    <a:pt x="1953886" y="456579"/>
                  </a:cubicBezTo>
                  <a:cubicBezTo>
                    <a:pt x="1951909" y="458556"/>
                    <a:pt x="1949228" y="459667"/>
                    <a:pt x="1946432" y="459667"/>
                  </a:cubicBezTo>
                  <a:lnTo>
                    <a:pt x="10541" y="459667"/>
                  </a:lnTo>
                  <a:cubicBezTo>
                    <a:pt x="7746" y="459667"/>
                    <a:pt x="5064" y="458556"/>
                    <a:pt x="3087" y="456579"/>
                  </a:cubicBezTo>
                  <a:cubicBezTo>
                    <a:pt x="1111" y="454603"/>
                    <a:pt x="0" y="451921"/>
                    <a:pt x="0" y="449126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9525" cap="sq">
              <a:solidFill>
                <a:srgbClr val="9EB49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956974" cy="535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14952" y="7533211"/>
            <a:ext cx="7344348" cy="1725089"/>
            <a:chOff x="0" y="0"/>
            <a:chExt cx="1956974" cy="4596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6974" cy="459667"/>
            </a:xfrm>
            <a:custGeom>
              <a:avLst/>
              <a:gdLst/>
              <a:ahLst/>
              <a:cxnLst/>
              <a:rect r="r" b="b" t="t" l="l"/>
              <a:pathLst>
                <a:path h="459667" w="1956974">
                  <a:moveTo>
                    <a:pt x="10541" y="0"/>
                  </a:moveTo>
                  <a:lnTo>
                    <a:pt x="1946432" y="0"/>
                  </a:lnTo>
                  <a:cubicBezTo>
                    <a:pt x="1949228" y="0"/>
                    <a:pt x="1951909" y="1111"/>
                    <a:pt x="1953886" y="3087"/>
                  </a:cubicBezTo>
                  <a:cubicBezTo>
                    <a:pt x="1955863" y="5064"/>
                    <a:pt x="1956974" y="7746"/>
                    <a:pt x="1956974" y="10541"/>
                  </a:cubicBezTo>
                  <a:lnTo>
                    <a:pt x="1956974" y="449126"/>
                  </a:lnTo>
                  <a:cubicBezTo>
                    <a:pt x="1956974" y="451921"/>
                    <a:pt x="1955863" y="454603"/>
                    <a:pt x="1953886" y="456579"/>
                  </a:cubicBezTo>
                  <a:cubicBezTo>
                    <a:pt x="1951909" y="458556"/>
                    <a:pt x="1949228" y="459667"/>
                    <a:pt x="1946432" y="459667"/>
                  </a:cubicBezTo>
                  <a:lnTo>
                    <a:pt x="10541" y="459667"/>
                  </a:lnTo>
                  <a:cubicBezTo>
                    <a:pt x="7746" y="459667"/>
                    <a:pt x="5064" y="458556"/>
                    <a:pt x="3087" y="456579"/>
                  </a:cubicBezTo>
                  <a:cubicBezTo>
                    <a:pt x="1111" y="454603"/>
                    <a:pt x="0" y="451921"/>
                    <a:pt x="0" y="449126"/>
                  </a:cubicBezTo>
                  <a:lnTo>
                    <a:pt x="0" y="10541"/>
                  </a:lnTo>
                  <a:cubicBezTo>
                    <a:pt x="0" y="7746"/>
                    <a:pt x="1111" y="5064"/>
                    <a:pt x="3087" y="3087"/>
                  </a:cubicBezTo>
                  <a:cubicBezTo>
                    <a:pt x="5064" y="1111"/>
                    <a:pt x="7746" y="0"/>
                    <a:pt x="10541" y="0"/>
                  </a:cubicBezTo>
                  <a:close/>
                </a:path>
              </a:pathLst>
            </a:custGeom>
            <a:solidFill>
              <a:srgbClr val="FFFFFF">
                <a:alpha val="46667"/>
              </a:srgbClr>
            </a:solidFill>
            <a:ln w="9525" cap="sq">
              <a:solidFill>
                <a:srgbClr val="9EB49F">
                  <a:alpha val="46667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6974" cy="535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7436091">
            <a:off x="-3303733" y="4475852"/>
            <a:ext cx="8279515" cy="10920223"/>
          </a:xfrm>
          <a:custGeom>
            <a:avLst/>
            <a:gdLst/>
            <a:ahLst/>
            <a:cxnLst/>
            <a:rect r="r" b="b" t="t" l="l"/>
            <a:pathLst>
              <a:path h="10920223" w="8279515">
                <a:moveTo>
                  <a:pt x="0" y="0"/>
                </a:moveTo>
                <a:lnTo>
                  <a:pt x="8279515" y="0"/>
                </a:lnTo>
                <a:lnTo>
                  <a:pt x="8279515" y="10920224"/>
                </a:lnTo>
                <a:lnTo>
                  <a:pt x="0" y="10920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904875"/>
            <a:ext cx="6648450" cy="111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pc="-273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Review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05949" y="1284748"/>
            <a:ext cx="6362353" cy="1212993"/>
            <a:chOff x="0" y="0"/>
            <a:chExt cx="8483137" cy="161732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8483137" cy="62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4"/>
                </a:lnSpc>
                <a:spcBef>
                  <a:spcPct val="0"/>
                </a:spcBef>
              </a:pPr>
              <a:r>
                <a:rPr lang="en-US" b="true" sz="2767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About cybersecurity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07731"/>
              <a:ext cx="8483137" cy="909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7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Involves</a:t>
              </a:r>
              <a:r>
                <a:rPr lang="en-US" sz="197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protecting data, devices, and networks from digital threats.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05949" y="3453213"/>
            <a:ext cx="6362353" cy="1212993"/>
            <a:chOff x="0" y="0"/>
            <a:chExt cx="8483137" cy="1617325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66675"/>
              <a:ext cx="8483137" cy="62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4"/>
                </a:lnSpc>
                <a:spcBef>
                  <a:spcPct val="0"/>
                </a:spcBef>
              </a:pPr>
              <a:r>
                <a:rPr lang="en-US" b="true" sz="2767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Types </a:t>
              </a:r>
              <a:r>
                <a:rPr lang="en-US" b="true" sz="2767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of cyberattacks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707731"/>
              <a:ext cx="8483137" cy="909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7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Phishing, ransomware, and social</a:t>
              </a:r>
              <a:r>
                <a:rPr lang="en-US" sz="197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engineering are tactics used to steal or damage data.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405949" y="5620794"/>
            <a:ext cx="6362353" cy="1212993"/>
            <a:chOff x="0" y="0"/>
            <a:chExt cx="8483137" cy="1617325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66675"/>
              <a:ext cx="8483137" cy="62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4"/>
                </a:lnSpc>
                <a:spcBef>
                  <a:spcPct val="0"/>
                </a:spcBef>
              </a:pPr>
              <a:r>
                <a:rPr lang="en-US" b="true" sz="2767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</a:t>
              </a:r>
              <a:r>
                <a:rPr lang="en-US" b="true" sz="2767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yberattack lifecycle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707731"/>
              <a:ext cx="8483137" cy="909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7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Cyberattacks follow key stages,</a:t>
              </a:r>
              <a:r>
                <a:rPr lang="en-US" sz="197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from gathering information to execution and achieving the goal.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05949" y="7789259"/>
            <a:ext cx="6362353" cy="1212993"/>
            <a:chOff x="0" y="0"/>
            <a:chExt cx="8483137" cy="161732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66675"/>
              <a:ext cx="8483137" cy="62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4"/>
                </a:lnSpc>
                <a:spcBef>
                  <a:spcPct val="0"/>
                </a:spcBef>
              </a:pPr>
              <a:r>
                <a:rPr lang="en-US" b="true" sz="2767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</a:t>
              </a:r>
              <a:r>
                <a:rPr lang="en-US" b="true" sz="2767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taying safe online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707731"/>
              <a:ext cx="8483137" cy="909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7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Using</a:t>
              </a:r>
              <a:r>
                <a:rPr lang="en-US" sz="197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strong passwords, enabling 2FA, and avoiding suspicious links can go a long way.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56012" y="-5987836"/>
            <a:ext cx="11400466" cy="7949548"/>
          </a:xfrm>
          <a:custGeom>
            <a:avLst/>
            <a:gdLst/>
            <a:ahLst/>
            <a:cxnLst/>
            <a:rect r="r" b="b" t="t" l="l"/>
            <a:pathLst>
              <a:path h="7949548" w="11400466">
                <a:moveTo>
                  <a:pt x="0" y="0"/>
                </a:moveTo>
                <a:lnTo>
                  <a:pt x="11400466" y="0"/>
                </a:lnTo>
                <a:lnTo>
                  <a:pt x="11400466" y="7949548"/>
                </a:lnTo>
                <a:lnTo>
                  <a:pt x="0" y="794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7596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751580"/>
            <a:ext cx="7891934" cy="6783840"/>
            <a:chOff x="0" y="0"/>
            <a:chExt cx="2078534" cy="17866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8534" cy="1786690"/>
            </a:xfrm>
            <a:custGeom>
              <a:avLst/>
              <a:gdLst/>
              <a:ahLst/>
              <a:cxnLst/>
              <a:rect r="r" b="b" t="t" l="l"/>
              <a:pathLst>
                <a:path h="1786690" w="2078534">
                  <a:moveTo>
                    <a:pt x="9810" y="0"/>
                  </a:moveTo>
                  <a:lnTo>
                    <a:pt x="2068724" y="0"/>
                  </a:lnTo>
                  <a:cubicBezTo>
                    <a:pt x="2071326" y="0"/>
                    <a:pt x="2073821" y="1034"/>
                    <a:pt x="2075661" y="2873"/>
                  </a:cubicBezTo>
                  <a:cubicBezTo>
                    <a:pt x="2077501" y="4713"/>
                    <a:pt x="2078534" y="7208"/>
                    <a:pt x="2078534" y="9810"/>
                  </a:cubicBezTo>
                  <a:lnTo>
                    <a:pt x="2078534" y="1776880"/>
                  </a:lnTo>
                  <a:cubicBezTo>
                    <a:pt x="2078534" y="1779482"/>
                    <a:pt x="2077501" y="1781977"/>
                    <a:pt x="2075661" y="1783817"/>
                  </a:cubicBezTo>
                  <a:cubicBezTo>
                    <a:pt x="2073821" y="1785657"/>
                    <a:pt x="2071326" y="1786690"/>
                    <a:pt x="2068724" y="1786690"/>
                  </a:cubicBezTo>
                  <a:lnTo>
                    <a:pt x="9810" y="1786690"/>
                  </a:lnTo>
                  <a:cubicBezTo>
                    <a:pt x="7208" y="1786690"/>
                    <a:pt x="4713" y="1785657"/>
                    <a:pt x="2873" y="1783817"/>
                  </a:cubicBezTo>
                  <a:cubicBezTo>
                    <a:pt x="1034" y="1781977"/>
                    <a:pt x="0" y="1779482"/>
                    <a:pt x="0" y="1776880"/>
                  </a:cubicBezTo>
                  <a:lnTo>
                    <a:pt x="0" y="9810"/>
                  </a:lnTo>
                  <a:cubicBezTo>
                    <a:pt x="0" y="7208"/>
                    <a:pt x="1034" y="4713"/>
                    <a:pt x="2873" y="2873"/>
                  </a:cubicBezTo>
                  <a:cubicBezTo>
                    <a:pt x="4713" y="1034"/>
                    <a:pt x="7208" y="0"/>
                    <a:pt x="9810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  <a:ln w="9525" cap="sq">
              <a:solidFill>
                <a:srgbClr val="9EB49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078534" cy="1862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92969" y="1000095"/>
            <a:ext cx="9017815" cy="8286809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598881" y="3360545"/>
            <a:ext cx="6751571" cy="3277690"/>
            <a:chOff x="0" y="0"/>
            <a:chExt cx="9002095" cy="437025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3243128"/>
              <a:ext cx="9002095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Select one habit you’re ready to start practicing today.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23825"/>
              <a:ext cx="9002095" cy="2765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00"/>
                </a:lnSpc>
                <a:spcBef>
                  <a:spcPct val="0"/>
                </a:spcBef>
              </a:pPr>
              <a:r>
                <a:rPr lang="en-US" b="true" sz="6000" spc="-252" strike="noStrike" u="none">
                  <a:solidFill>
                    <a:srgbClr val="FFFFFF"/>
                  </a:solidFill>
                  <a:latin typeface="Glock Grotesk"/>
                  <a:ea typeface="Glock Grotesk"/>
                  <a:cs typeface="Glock Grotesk"/>
                  <a:sym typeface="Glock Grotesk"/>
                </a:rPr>
                <a:t>Putting it into practice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4500" y="2300537"/>
            <a:ext cx="5028006" cy="7400322"/>
            <a:chOff x="0" y="0"/>
            <a:chExt cx="1324249" cy="19490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4249" cy="1949056"/>
            </a:xfrm>
            <a:custGeom>
              <a:avLst/>
              <a:gdLst/>
              <a:ahLst/>
              <a:cxnLst/>
              <a:rect r="r" b="b" t="t" l="l"/>
              <a:pathLst>
                <a:path h="1949056" w="1324249">
                  <a:moveTo>
                    <a:pt x="15398" y="0"/>
                  </a:moveTo>
                  <a:lnTo>
                    <a:pt x="1308851" y="0"/>
                  </a:lnTo>
                  <a:cubicBezTo>
                    <a:pt x="1312935" y="0"/>
                    <a:pt x="1316851" y="1622"/>
                    <a:pt x="1319739" y="4510"/>
                  </a:cubicBezTo>
                  <a:cubicBezTo>
                    <a:pt x="1322626" y="7397"/>
                    <a:pt x="1324249" y="11314"/>
                    <a:pt x="1324249" y="15398"/>
                  </a:cubicBezTo>
                  <a:lnTo>
                    <a:pt x="1324249" y="1933659"/>
                  </a:lnTo>
                  <a:cubicBezTo>
                    <a:pt x="1324249" y="1937742"/>
                    <a:pt x="1322626" y="1941659"/>
                    <a:pt x="1319739" y="1944546"/>
                  </a:cubicBezTo>
                  <a:cubicBezTo>
                    <a:pt x="1316851" y="1947434"/>
                    <a:pt x="1312935" y="1949056"/>
                    <a:pt x="1308851" y="1949056"/>
                  </a:cubicBezTo>
                  <a:lnTo>
                    <a:pt x="15398" y="1949056"/>
                  </a:lnTo>
                  <a:cubicBezTo>
                    <a:pt x="11314" y="1949056"/>
                    <a:pt x="7397" y="1947434"/>
                    <a:pt x="4510" y="1944546"/>
                  </a:cubicBezTo>
                  <a:cubicBezTo>
                    <a:pt x="1622" y="1941659"/>
                    <a:pt x="0" y="1937742"/>
                    <a:pt x="0" y="1933659"/>
                  </a:cubicBezTo>
                  <a:lnTo>
                    <a:pt x="0" y="15398"/>
                  </a:lnTo>
                  <a:cubicBezTo>
                    <a:pt x="0" y="11314"/>
                    <a:pt x="1622" y="7397"/>
                    <a:pt x="4510" y="4510"/>
                  </a:cubicBezTo>
                  <a:cubicBezTo>
                    <a:pt x="7397" y="1622"/>
                    <a:pt x="11314" y="0"/>
                    <a:pt x="15398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324249" cy="2025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60156" y="2300537"/>
            <a:ext cx="11512980" cy="7400322"/>
            <a:chOff x="0" y="0"/>
            <a:chExt cx="3032225" cy="19490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32225" cy="1949056"/>
            </a:xfrm>
            <a:custGeom>
              <a:avLst/>
              <a:gdLst/>
              <a:ahLst/>
              <a:cxnLst/>
              <a:rect r="r" b="b" t="t" l="l"/>
              <a:pathLst>
                <a:path h="1949056" w="3032225">
                  <a:moveTo>
                    <a:pt x="6725" y="0"/>
                  </a:moveTo>
                  <a:lnTo>
                    <a:pt x="3025500" y="0"/>
                  </a:lnTo>
                  <a:cubicBezTo>
                    <a:pt x="3027284" y="0"/>
                    <a:pt x="3028994" y="708"/>
                    <a:pt x="3030255" y="1970"/>
                  </a:cubicBezTo>
                  <a:cubicBezTo>
                    <a:pt x="3031517" y="3231"/>
                    <a:pt x="3032225" y="4941"/>
                    <a:pt x="3032225" y="6725"/>
                  </a:cubicBezTo>
                  <a:lnTo>
                    <a:pt x="3032225" y="1942331"/>
                  </a:lnTo>
                  <a:cubicBezTo>
                    <a:pt x="3032225" y="1946045"/>
                    <a:pt x="3029214" y="1949056"/>
                    <a:pt x="3025500" y="1949056"/>
                  </a:cubicBezTo>
                  <a:lnTo>
                    <a:pt x="6725" y="1949056"/>
                  </a:lnTo>
                  <a:cubicBezTo>
                    <a:pt x="3011" y="1949056"/>
                    <a:pt x="0" y="1946045"/>
                    <a:pt x="0" y="1942331"/>
                  </a:cubicBezTo>
                  <a:lnTo>
                    <a:pt x="0" y="6725"/>
                  </a:lnTo>
                  <a:cubicBezTo>
                    <a:pt x="0" y="3011"/>
                    <a:pt x="3011" y="0"/>
                    <a:pt x="6725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9525" cap="sq">
              <a:solidFill>
                <a:srgbClr val="9EB49F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3032225" cy="2025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4558" y="2645868"/>
            <a:ext cx="4318255" cy="647237"/>
            <a:chOff x="0" y="0"/>
            <a:chExt cx="1137318" cy="170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7318" cy="170466"/>
            </a:xfrm>
            <a:custGeom>
              <a:avLst/>
              <a:gdLst/>
              <a:ahLst/>
              <a:cxnLst/>
              <a:rect r="r" b="b" t="t" l="l"/>
              <a:pathLst>
                <a:path h="170466" w="1137318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85967" y="2645868"/>
            <a:ext cx="5461357" cy="647237"/>
            <a:chOff x="0" y="0"/>
            <a:chExt cx="1438382" cy="1704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382" cy="170466"/>
            </a:xfrm>
            <a:custGeom>
              <a:avLst/>
              <a:gdLst/>
              <a:ahLst/>
              <a:cxnLst/>
              <a:rect r="r" b="b" t="t" l="l"/>
              <a:pathLst>
                <a:path h="170466" w="1438382">
                  <a:moveTo>
                    <a:pt x="28352" y="0"/>
                  </a:moveTo>
                  <a:lnTo>
                    <a:pt x="1410031" y="0"/>
                  </a:lnTo>
                  <a:cubicBezTo>
                    <a:pt x="1425689" y="0"/>
                    <a:pt x="1438382" y="12693"/>
                    <a:pt x="1438382" y="28352"/>
                  </a:cubicBezTo>
                  <a:lnTo>
                    <a:pt x="1438382" y="142114"/>
                  </a:lnTo>
                  <a:cubicBezTo>
                    <a:pt x="1438382" y="149633"/>
                    <a:pt x="1435395" y="156845"/>
                    <a:pt x="1430078" y="162162"/>
                  </a:cubicBezTo>
                  <a:cubicBezTo>
                    <a:pt x="1424761" y="167479"/>
                    <a:pt x="1417550" y="170466"/>
                    <a:pt x="1410031" y="170466"/>
                  </a:cubicBezTo>
                  <a:lnTo>
                    <a:pt x="28352" y="170466"/>
                  </a:lnTo>
                  <a:cubicBezTo>
                    <a:pt x="12693" y="170466"/>
                    <a:pt x="0" y="157772"/>
                    <a:pt x="0" y="142114"/>
                  </a:cubicBezTo>
                  <a:lnTo>
                    <a:pt x="0" y="28352"/>
                  </a:lnTo>
                  <a:cubicBezTo>
                    <a:pt x="0" y="12693"/>
                    <a:pt x="12693" y="0"/>
                    <a:pt x="28352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38382" cy="170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4558" y="7347143"/>
            <a:ext cx="4318255" cy="647237"/>
            <a:chOff x="0" y="0"/>
            <a:chExt cx="1137318" cy="170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7318" cy="170466"/>
            </a:xfrm>
            <a:custGeom>
              <a:avLst/>
              <a:gdLst/>
              <a:ahLst/>
              <a:cxnLst/>
              <a:rect r="r" b="b" t="t" l="l"/>
              <a:pathLst>
                <a:path h="170466" w="1137318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9355" y="8261080"/>
            <a:ext cx="725897" cy="72589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DDD3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64714" y="8261080"/>
            <a:ext cx="725897" cy="72589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C6B7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943011" y="8261080"/>
            <a:ext cx="725897" cy="72589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B49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19515" y="8261080"/>
            <a:ext cx="725897" cy="72589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8079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696916" y="8261080"/>
            <a:ext cx="725897" cy="72589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3D4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121999" y="3813111"/>
            <a:ext cx="1723160" cy="1723160"/>
          </a:xfrm>
          <a:custGeom>
            <a:avLst/>
            <a:gdLst/>
            <a:ahLst/>
            <a:cxnLst/>
            <a:rect r="r" b="b" t="t" l="l"/>
            <a:pathLst>
              <a:path h="1723160" w="1723160">
                <a:moveTo>
                  <a:pt x="0" y="0"/>
                </a:moveTo>
                <a:lnTo>
                  <a:pt x="1723159" y="0"/>
                </a:lnTo>
                <a:lnTo>
                  <a:pt x="1723159" y="1723160"/>
                </a:lnTo>
                <a:lnTo>
                  <a:pt x="0" y="1723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6495738" y="3750284"/>
            <a:ext cx="1862166" cy="1709807"/>
          </a:xfrm>
          <a:custGeom>
            <a:avLst/>
            <a:gdLst/>
            <a:ahLst/>
            <a:cxnLst/>
            <a:rect r="r" b="b" t="t" l="l"/>
            <a:pathLst>
              <a:path h="1709807" w="1862166">
                <a:moveTo>
                  <a:pt x="0" y="0"/>
                </a:moveTo>
                <a:lnTo>
                  <a:pt x="1862166" y="0"/>
                </a:lnTo>
                <a:lnTo>
                  <a:pt x="1862166" y="1709807"/>
                </a:lnTo>
                <a:lnTo>
                  <a:pt x="0" y="1709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747707" y="6432846"/>
            <a:ext cx="1358226" cy="2177914"/>
          </a:xfrm>
          <a:custGeom>
            <a:avLst/>
            <a:gdLst/>
            <a:ahLst/>
            <a:cxnLst/>
            <a:rect r="r" b="b" t="t" l="l"/>
            <a:pathLst>
              <a:path h="2177914" w="1358226">
                <a:moveTo>
                  <a:pt x="0" y="0"/>
                </a:moveTo>
                <a:lnTo>
                  <a:pt x="1358227" y="0"/>
                </a:lnTo>
                <a:lnTo>
                  <a:pt x="1358227" y="2177914"/>
                </a:lnTo>
                <a:lnTo>
                  <a:pt x="0" y="217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-5400000">
            <a:off x="11856952" y="3352028"/>
            <a:ext cx="2041260" cy="2692309"/>
          </a:xfrm>
          <a:custGeom>
            <a:avLst/>
            <a:gdLst/>
            <a:ahLst/>
            <a:cxnLst/>
            <a:rect r="r" b="b" t="t" l="l"/>
            <a:pathLst>
              <a:path h="2692309" w="2041260">
                <a:moveTo>
                  <a:pt x="0" y="0"/>
                </a:moveTo>
                <a:lnTo>
                  <a:pt x="2041260" y="0"/>
                </a:lnTo>
                <a:lnTo>
                  <a:pt x="2041260" y="2692310"/>
                </a:lnTo>
                <a:lnTo>
                  <a:pt x="0" y="26923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4873572" y="3841289"/>
            <a:ext cx="1842569" cy="1842569"/>
          </a:xfrm>
          <a:custGeom>
            <a:avLst/>
            <a:gdLst/>
            <a:ahLst/>
            <a:cxnLst/>
            <a:rect r="r" b="b" t="t" l="l"/>
            <a:pathLst>
              <a:path h="1842569" w="1842569">
                <a:moveTo>
                  <a:pt x="0" y="0"/>
                </a:moveTo>
                <a:lnTo>
                  <a:pt x="1842569" y="0"/>
                </a:lnTo>
                <a:lnTo>
                  <a:pt x="1842569" y="1842569"/>
                </a:lnTo>
                <a:lnTo>
                  <a:pt x="0" y="18425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7" id="37"/>
          <p:cNvGrpSpPr/>
          <p:nvPr/>
        </p:nvGrpSpPr>
        <p:grpSpPr>
          <a:xfrm rot="0">
            <a:off x="8697650" y="6530794"/>
            <a:ext cx="1880809" cy="1982017"/>
            <a:chOff x="0" y="0"/>
            <a:chExt cx="495357" cy="52201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5357" cy="522013"/>
            </a:xfrm>
            <a:custGeom>
              <a:avLst/>
              <a:gdLst/>
              <a:ahLst/>
              <a:cxnLst/>
              <a:rect r="r" b="b" t="t" l="l"/>
              <a:pathLst>
                <a:path h="522013" w="495357">
                  <a:moveTo>
                    <a:pt x="0" y="0"/>
                  </a:moveTo>
                  <a:lnTo>
                    <a:pt x="495357" y="0"/>
                  </a:lnTo>
                  <a:lnTo>
                    <a:pt x="495357" y="522013"/>
                  </a:lnTo>
                  <a:lnTo>
                    <a:pt x="0" y="522013"/>
                  </a:lnTo>
                  <a:close/>
                </a:path>
              </a:pathLst>
            </a:custGeom>
            <a:gradFill rotWithShape="true">
              <a:gsLst>
                <a:gs pos="0">
                  <a:srgbClr val="070908">
                    <a:alpha val="100000"/>
                  </a:srgbClr>
                </a:gs>
                <a:gs pos="33333">
                  <a:srgbClr val="29464A">
                    <a:alpha val="100000"/>
                  </a:srgbClr>
                </a:gs>
                <a:gs pos="66667">
                  <a:srgbClr val="6D8080">
                    <a:alpha val="100000"/>
                  </a:srgbClr>
                </a:gs>
                <a:gs pos="100000">
                  <a:srgbClr val="BDCBB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95357" cy="579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73043" y="3668028"/>
            <a:ext cx="4181285" cy="51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4"/>
              </a:lnSpc>
            </a:pPr>
            <a:r>
              <a:rPr lang="en-US" sz="1700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This presentation template</a:t>
            </a:r>
          </a:p>
          <a:p>
            <a:pPr algn="ctr">
              <a:lnSpc>
                <a:spcPts val="2074"/>
              </a:lnSpc>
            </a:pPr>
            <a:r>
              <a:rPr lang="en-US" sz="1700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uses the following free fonts: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6102" y="6760839"/>
            <a:ext cx="4368067" cy="26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4"/>
              </a:lnSpc>
            </a:pPr>
            <a:r>
              <a:rPr lang="en-US" sz="17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You can find these fonts online too.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18498" y="5053227"/>
            <a:ext cx="3609738" cy="30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2297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Glock Grotesk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23971" y="5994577"/>
            <a:ext cx="3479429" cy="28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9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Work Sans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19155" y="4692691"/>
            <a:ext cx="1889061" cy="22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5"/>
              </a:lnSpc>
            </a:pPr>
            <a:r>
              <a:rPr lang="en-US" b="true" sz="159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TITLES: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19155" y="5693383"/>
            <a:ext cx="1889061" cy="22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5"/>
              </a:lnSpc>
            </a:pPr>
            <a:r>
              <a:rPr lang="en-US" b="true" sz="159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BODY TEXT: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9355" y="9092626"/>
            <a:ext cx="72589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#ED7843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064714" y="9092626"/>
            <a:ext cx="72589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#ED7843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943011" y="9092626"/>
            <a:ext cx="72589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#ED7843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819515" y="9092626"/>
            <a:ext cx="72589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#ED7843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96916" y="9092626"/>
            <a:ext cx="72589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#ED7843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800933" y="1614737"/>
            <a:ext cx="1068613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Use these in your presentation. Delete or hide this page before presenting.</a:t>
            </a: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819515" y="869351"/>
            <a:ext cx="1066755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Resource Page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845158" y="6530794"/>
            <a:ext cx="1880809" cy="1982017"/>
            <a:chOff x="0" y="0"/>
            <a:chExt cx="495357" cy="52201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5357" cy="522013"/>
            </a:xfrm>
            <a:custGeom>
              <a:avLst/>
              <a:gdLst/>
              <a:ahLst/>
              <a:cxnLst/>
              <a:rect r="r" b="b" t="t" l="l"/>
              <a:pathLst>
                <a:path h="522013" w="495357">
                  <a:moveTo>
                    <a:pt x="0" y="0"/>
                  </a:moveTo>
                  <a:lnTo>
                    <a:pt x="495357" y="0"/>
                  </a:lnTo>
                  <a:lnTo>
                    <a:pt x="495357" y="522013"/>
                  </a:lnTo>
                  <a:lnTo>
                    <a:pt x="0" y="522013"/>
                  </a:lnTo>
                  <a:close/>
                </a:path>
              </a:pathLst>
            </a:custGeom>
            <a:gradFill rotWithShape="true">
              <a:gsLst>
                <a:gs pos="0">
                  <a:srgbClr val="070908">
                    <a:alpha val="100000"/>
                  </a:srgbClr>
                </a:gs>
                <a:gs pos="33333">
                  <a:srgbClr val="29464A">
                    <a:alpha val="100000"/>
                  </a:srgbClr>
                </a:gs>
                <a:gs pos="66667">
                  <a:srgbClr val="6D8080">
                    <a:alpha val="100000"/>
                  </a:srgbClr>
                </a:gs>
                <a:gs pos="100000">
                  <a:srgbClr val="B9C8B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495357" cy="579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992763" y="6530794"/>
            <a:ext cx="1880809" cy="1982017"/>
            <a:chOff x="0" y="0"/>
            <a:chExt cx="495357" cy="52201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5357" cy="522013"/>
            </a:xfrm>
            <a:custGeom>
              <a:avLst/>
              <a:gdLst/>
              <a:ahLst/>
              <a:cxnLst/>
              <a:rect r="r" b="b" t="t" l="l"/>
              <a:pathLst>
                <a:path h="522013" w="495357">
                  <a:moveTo>
                    <a:pt x="0" y="0"/>
                  </a:moveTo>
                  <a:lnTo>
                    <a:pt x="495357" y="0"/>
                  </a:lnTo>
                  <a:lnTo>
                    <a:pt x="495357" y="522013"/>
                  </a:lnTo>
                  <a:lnTo>
                    <a:pt x="0" y="522013"/>
                  </a:lnTo>
                  <a:close/>
                </a:path>
              </a:pathLst>
            </a:custGeom>
            <a:gradFill rotWithShape="true">
              <a:gsLst>
                <a:gs pos="0">
                  <a:srgbClr val="070908">
                    <a:alpha val="100000"/>
                  </a:srgbClr>
                </a:gs>
                <a:gs pos="50000">
                  <a:srgbClr val="29464A">
                    <a:alpha val="100000"/>
                  </a:srgbClr>
                </a:gs>
                <a:gs pos="100000">
                  <a:srgbClr val="6D808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495357" cy="579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140272" y="6530794"/>
            <a:ext cx="1880809" cy="1982017"/>
            <a:chOff x="0" y="0"/>
            <a:chExt cx="495357" cy="52201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5357" cy="522013"/>
            </a:xfrm>
            <a:custGeom>
              <a:avLst/>
              <a:gdLst/>
              <a:ahLst/>
              <a:cxnLst/>
              <a:rect r="r" b="b" t="t" l="l"/>
              <a:pathLst>
                <a:path h="522013" w="495357">
                  <a:moveTo>
                    <a:pt x="0" y="0"/>
                  </a:moveTo>
                  <a:lnTo>
                    <a:pt x="495357" y="0"/>
                  </a:lnTo>
                  <a:lnTo>
                    <a:pt x="495357" y="522013"/>
                  </a:lnTo>
                  <a:lnTo>
                    <a:pt x="0" y="522013"/>
                  </a:lnTo>
                  <a:close/>
                </a:path>
              </a:pathLst>
            </a:custGeom>
            <a:gradFill rotWithShape="true">
              <a:gsLst>
                <a:gs pos="0">
                  <a:srgbClr val="070908">
                    <a:alpha val="100000"/>
                  </a:srgbClr>
                </a:gs>
                <a:gs pos="33333">
                  <a:srgbClr val="6D8080">
                    <a:alpha val="100000"/>
                  </a:srgbClr>
                </a:gs>
                <a:gs pos="66667">
                  <a:srgbClr val="29464A">
                    <a:alpha val="100000"/>
                  </a:srgbClr>
                </a:gs>
                <a:gs pos="100000">
                  <a:srgbClr val="BDCBB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495357" cy="579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748099" y="2690721"/>
            <a:ext cx="303117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Fonts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807781" y="7363385"/>
            <a:ext cx="303117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Colors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700123" y="2690721"/>
            <a:ext cx="423304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Design Elements / Icons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9C8B6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181260"/>
            <a:ext cx="5921345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This presentation template is free for everyone to use, thanks to the following: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1870184"/>
            <a:ext cx="7288947" cy="3175558"/>
            <a:chOff x="0" y="0"/>
            <a:chExt cx="1919723" cy="8363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9723" cy="836361"/>
            </a:xfrm>
            <a:custGeom>
              <a:avLst/>
              <a:gdLst/>
              <a:ahLst/>
              <a:cxnLst/>
              <a:rect r="r" b="b" t="t" l="l"/>
              <a:pathLst>
                <a:path h="836361" w="1919723">
                  <a:moveTo>
                    <a:pt x="10621" y="0"/>
                  </a:moveTo>
                  <a:lnTo>
                    <a:pt x="1909101" y="0"/>
                  </a:lnTo>
                  <a:cubicBezTo>
                    <a:pt x="1911918" y="0"/>
                    <a:pt x="1914620" y="1119"/>
                    <a:pt x="1916612" y="3111"/>
                  </a:cubicBezTo>
                  <a:cubicBezTo>
                    <a:pt x="1918603" y="5103"/>
                    <a:pt x="1919723" y="7804"/>
                    <a:pt x="1919723" y="10621"/>
                  </a:cubicBezTo>
                  <a:lnTo>
                    <a:pt x="1919723" y="825739"/>
                  </a:lnTo>
                  <a:cubicBezTo>
                    <a:pt x="1919723" y="828556"/>
                    <a:pt x="1918603" y="831258"/>
                    <a:pt x="1916612" y="833250"/>
                  </a:cubicBezTo>
                  <a:cubicBezTo>
                    <a:pt x="1914620" y="835242"/>
                    <a:pt x="1911918" y="836361"/>
                    <a:pt x="1909101" y="836361"/>
                  </a:cubicBezTo>
                  <a:lnTo>
                    <a:pt x="10621" y="836361"/>
                  </a:lnTo>
                  <a:cubicBezTo>
                    <a:pt x="7804" y="836361"/>
                    <a:pt x="5103" y="835242"/>
                    <a:pt x="3111" y="833250"/>
                  </a:cubicBezTo>
                  <a:cubicBezTo>
                    <a:pt x="1119" y="831258"/>
                    <a:pt x="0" y="828556"/>
                    <a:pt x="0" y="825739"/>
                  </a:cubicBezTo>
                  <a:lnTo>
                    <a:pt x="0" y="10621"/>
                  </a:lnTo>
                  <a:cubicBezTo>
                    <a:pt x="0" y="7804"/>
                    <a:pt x="1119" y="5103"/>
                    <a:pt x="3111" y="3111"/>
                  </a:cubicBezTo>
                  <a:cubicBezTo>
                    <a:pt x="5103" y="1119"/>
                    <a:pt x="7804" y="0"/>
                    <a:pt x="10621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  <a:ln w="9525" cap="sq">
              <a:solidFill>
                <a:srgbClr val="9EB49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919723" cy="912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5569616"/>
            <a:ext cx="7288947" cy="3175558"/>
            <a:chOff x="0" y="0"/>
            <a:chExt cx="1919723" cy="8363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9723" cy="836361"/>
            </a:xfrm>
            <a:custGeom>
              <a:avLst/>
              <a:gdLst/>
              <a:ahLst/>
              <a:cxnLst/>
              <a:rect r="r" b="b" t="t" l="l"/>
              <a:pathLst>
                <a:path h="836361" w="1919723">
                  <a:moveTo>
                    <a:pt x="10621" y="0"/>
                  </a:moveTo>
                  <a:lnTo>
                    <a:pt x="1909101" y="0"/>
                  </a:lnTo>
                  <a:cubicBezTo>
                    <a:pt x="1911918" y="0"/>
                    <a:pt x="1914620" y="1119"/>
                    <a:pt x="1916612" y="3111"/>
                  </a:cubicBezTo>
                  <a:cubicBezTo>
                    <a:pt x="1918603" y="5103"/>
                    <a:pt x="1919723" y="7804"/>
                    <a:pt x="1919723" y="10621"/>
                  </a:cubicBezTo>
                  <a:lnTo>
                    <a:pt x="1919723" y="825739"/>
                  </a:lnTo>
                  <a:cubicBezTo>
                    <a:pt x="1919723" y="828556"/>
                    <a:pt x="1918603" y="831258"/>
                    <a:pt x="1916612" y="833250"/>
                  </a:cubicBezTo>
                  <a:cubicBezTo>
                    <a:pt x="1914620" y="835242"/>
                    <a:pt x="1911918" y="836361"/>
                    <a:pt x="1909101" y="836361"/>
                  </a:cubicBezTo>
                  <a:lnTo>
                    <a:pt x="10621" y="836361"/>
                  </a:lnTo>
                  <a:cubicBezTo>
                    <a:pt x="7804" y="836361"/>
                    <a:pt x="5103" y="835242"/>
                    <a:pt x="3111" y="833250"/>
                  </a:cubicBezTo>
                  <a:cubicBezTo>
                    <a:pt x="1119" y="831258"/>
                    <a:pt x="0" y="828556"/>
                    <a:pt x="0" y="825739"/>
                  </a:cubicBezTo>
                  <a:lnTo>
                    <a:pt x="0" y="10621"/>
                  </a:lnTo>
                  <a:cubicBezTo>
                    <a:pt x="0" y="7804"/>
                    <a:pt x="1119" y="5103"/>
                    <a:pt x="3111" y="3111"/>
                  </a:cubicBezTo>
                  <a:cubicBezTo>
                    <a:pt x="5103" y="1119"/>
                    <a:pt x="7804" y="0"/>
                    <a:pt x="10621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  <a:ln w="9525" cap="sq">
              <a:solidFill>
                <a:srgbClr val="9EB49F">
                  <a:alpha val="2470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919723" cy="912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35818" y="4161259"/>
            <a:ext cx="630531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for this presentation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9737" y="7860691"/>
            <a:ext cx="635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7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for the photos, graphics, and elements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715090"/>
            <a:ext cx="5921345" cy="111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pc="-273" strike="noStrike" u="none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Credits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0194" y="6191389"/>
            <a:ext cx="6376558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Pexels, Pixabay, Sketchify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339690" y="2425282"/>
            <a:ext cx="4897567" cy="1224392"/>
          </a:xfrm>
          <a:custGeom>
            <a:avLst/>
            <a:gdLst/>
            <a:ahLst/>
            <a:cxnLst/>
            <a:rect r="r" b="b" t="t" l="l"/>
            <a:pathLst>
              <a:path h="1224392" w="4897567">
                <a:moveTo>
                  <a:pt x="0" y="0"/>
                </a:moveTo>
                <a:lnTo>
                  <a:pt x="4897567" y="0"/>
                </a:lnTo>
                <a:lnTo>
                  <a:pt x="4897567" y="1224392"/>
                </a:lnTo>
                <a:lnTo>
                  <a:pt x="0" y="122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355229">
            <a:off x="-3090707" y="-3520204"/>
            <a:ext cx="7685357" cy="6315967"/>
          </a:xfrm>
          <a:custGeom>
            <a:avLst/>
            <a:gdLst/>
            <a:ahLst/>
            <a:cxnLst/>
            <a:rect r="r" b="b" t="t" l="l"/>
            <a:pathLst>
              <a:path h="6315967" w="7685357">
                <a:moveTo>
                  <a:pt x="0" y="0"/>
                </a:moveTo>
                <a:lnTo>
                  <a:pt x="7685357" y="0"/>
                </a:lnTo>
                <a:lnTo>
                  <a:pt x="7685357" y="6315967"/>
                </a:lnTo>
                <a:lnTo>
                  <a:pt x="0" y="6315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70908">
                <a:alpha val="100000"/>
              </a:srgbClr>
            </a:gs>
            <a:gs pos="33333">
              <a:srgbClr val="6D8080">
                <a:alpha val="100000"/>
              </a:srgbClr>
            </a:gs>
            <a:gs pos="66667">
              <a:srgbClr val="29464A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1651" y="4917118"/>
            <a:ext cx="3559172" cy="1531500"/>
            <a:chOff x="0" y="0"/>
            <a:chExt cx="937395" cy="403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395" cy="403358"/>
            </a:xfrm>
            <a:custGeom>
              <a:avLst/>
              <a:gdLst/>
              <a:ahLst/>
              <a:cxnLst/>
              <a:rect r="r" b="b" t="t" l="l"/>
              <a:pathLst>
                <a:path h="403358" w="937395">
                  <a:moveTo>
                    <a:pt x="21752" y="0"/>
                  </a:moveTo>
                  <a:lnTo>
                    <a:pt x="915643" y="0"/>
                  </a:lnTo>
                  <a:cubicBezTo>
                    <a:pt x="921412" y="0"/>
                    <a:pt x="926945" y="2292"/>
                    <a:pt x="931024" y="6371"/>
                  </a:cubicBezTo>
                  <a:cubicBezTo>
                    <a:pt x="935103" y="10450"/>
                    <a:pt x="937395" y="15983"/>
                    <a:pt x="937395" y="21752"/>
                  </a:cubicBezTo>
                  <a:lnTo>
                    <a:pt x="937395" y="381606"/>
                  </a:lnTo>
                  <a:cubicBezTo>
                    <a:pt x="937395" y="393619"/>
                    <a:pt x="927656" y="403358"/>
                    <a:pt x="915643" y="403358"/>
                  </a:cubicBezTo>
                  <a:lnTo>
                    <a:pt x="21752" y="403358"/>
                  </a:lnTo>
                  <a:cubicBezTo>
                    <a:pt x="15983" y="403358"/>
                    <a:pt x="10450" y="401066"/>
                    <a:pt x="6371" y="396987"/>
                  </a:cubicBezTo>
                  <a:cubicBezTo>
                    <a:pt x="2292" y="392908"/>
                    <a:pt x="0" y="387375"/>
                    <a:pt x="0" y="381606"/>
                  </a:cubicBezTo>
                  <a:lnTo>
                    <a:pt x="0" y="21752"/>
                  </a:lnTo>
                  <a:cubicBezTo>
                    <a:pt x="0" y="15983"/>
                    <a:pt x="2292" y="10450"/>
                    <a:pt x="6371" y="6371"/>
                  </a:cubicBezTo>
                  <a:cubicBezTo>
                    <a:pt x="10450" y="2292"/>
                    <a:pt x="15983" y="0"/>
                    <a:pt x="21752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937395" cy="47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18128" y="4917118"/>
            <a:ext cx="3559172" cy="1531500"/>
            <a:chOff x="0" y="0"/>
            <a:chExt cx="937395" cy="403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7395" cy="403358"/>
            </a:xfrm>
            <a:custGeom>
              <a:avLst/>
              <a:gdLst/>
              <a:ahLst/>
              <a:cxnLst/>
              <a:rect r="r" b="b" t="t" l="l"/>
              <a:pathLst>
                <a:path h="403358" w="937395">
                  <a:moveTo>
                    <a:pt x="21752" y="0"/>
                  </a:moveTo>
                  <a:lnTo>
                    <a:pt x="915643" y="0"/>
                  </a:lnTo>
                  <a:cubicBezTo>
                    <a:pt x="921412" y="0"/>
                    <a:pt x="926945" y="2292"/>
                    <a:pt x="931024" y="6371"/>
                  </a:cubicBezTo>
                  <a:cubicBezTo>
                    <a:pt x="935103" y="10450"/>
                    <a:pt x="937395" y="15983"/>
                    <a:pt x="937395" y="21752"/>
                  </a:cubicBezTo>
                  <a:lnTo>
                    <a:pt x="937395" y="381606"/>
                  </a:lnTo>
                  <a:cubicBezTo>
                    <a:pt x="937395" y="393619"/>
                    <a:pt x="927656" y="403358"/>
                    <a:pt x="915643" y="403358"/>
                  </a:cubicBezTo>
                  <a:lnTo>
                    <a:pt x="21752" y="403358"/>
                  </a:lnTo>
                  <a:cubicBezTo>
                    <a:pt x="15983" y="403358"/>
                    <a:pt x="10450" y="401066"/>
                    <a:pt x="6371" y="396987"/>
                  </a:cubicBezTo>
                  <a:cubicBezTo>
                    <a:pt x="2292" y="392908"/>
                    <a:pt x="0" y="387375"/>
                    <a:pt x="0" y="381606"/>
                  </a:cubicBezTo>
                  <a:lnTo>
                    <a:pt x="0" y="21752"/>
                  </a:lnTo>
                  <a:cubicBezTo>
                    <a:pt x="0" y="15983"/>
                    <a:pt x="2292" y="10450"/>
                    <a:pt x="6371" y="6371"/>
                  </a:cubicBezTo>
                  <a:cubicBezTo>
                    <a:pt x="10450" y="2292"/>
                    <a:pt x="15983" y="0"/>
                    <a:pt x="21752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937395" cy="47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0700" y="4917118"/>
            <a:ext cx="3559172" cy="1531500"/>
            <a:chOff x="0" y="0"/>
            <a:chExt cx="937395" cy="403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7395" cy="403358"/>
            </a:xfrm>
            <a:custGeom>
              <a:avLst/>
              <a:gdLst/>
              <a:ahLst/>
              <a:cxnLst/>
              <a:rect r="r" b="b" t="t" l="l"/>
              <a:pathLst>
                <a:path h="403358" w="937395">
                  <a:moveTo>
                    <a:pt x="21752" y="0"/>
                  </a:moveTo>
                  <a:lnTo>
                    <a:pt x="915643" y="0"/>
                  </a:lnTo>
                  <a:cubicBezTo>
                    <a:pt x="921412" y="0"/>
                    <a:pt x="926945" y="2292"/>
                    <a:pt x="931024" y="6371"/>
                  </a:cubicBezTo>
                  <a:cubicBezTo>
                    <a:pt x="935103" y="10450"/>
                    <a:pt x="937395" y="15983"/>
                    <a:pt x="937395" y="21752"/>
                  </a:cubicBezTo>
                  <a:lnTo>
                    <a:pt x="937395" y="381606"/>
                  </a:lnTo>
                  <a:cubicBezTo>
                    <a:pt x="937395" y="393619"/>
                    <a:pt x="927656" y="403358"/>
                    <a:pt x="915643" y="403358"/>
                  </a:cubicBezTo>
                  <a:lnTo>
                    <a:pt x="21752" y="403358"/>
                  </a:lnTo>
                  <a:cubicBezTo>
                    <a:pt x="15983" y="403358"/>
                    <a:pt x="10450" y="401066"/>
                    <a:pt x="6371" y="396987"/>
                  </a:cubicBezTo>
                  <a:cubicBezTo>
                    <a:pt x="2292" y="392908"/>
                    <a:pt x="0" y="387375"/>
                    <a:pt x="0" y="381606"/>
                  </a:cubicBezTo>
                  <a:lnTo>
                    <a:pt x="0" y="21752"/>
                  </a:lnTo>
                  <a:cubicBezTo>
                    <a:pt x="0" y="15983"/>
                    <a:pt x="2292" y="10450"/>
                    <a:pt x="6371" y="6371"/>
                  </a:cubicBezTo>
                  <a:cubicBezTo>
                    <a:pt x="10450" y="2292"/>
                    <a:pt x="15983" y="0"/>
                    <a:pt x="21752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37395" cy="47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07177" y="4917118"/>
            <a:ext cx="3559172" cy="1531500"/>
            <a:chOff x="0" y="0"/>
            <a:chExt cx="937395" cy="403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7395" cy="403358"/>
            </a:xfrm>
            <a:custGeom>
              <a:avLst/>
              <a:gdLst/>
              <a:ahLst/>
              <a:cxnLst/>
              <a:rect r="r" b="b" t="t" l="l"/>
              <a:pathLst>
                <a:path h="403358" w="937395">
                  <a:moveTo>
                    <a:pt x="21752" y="0"/>
                  </a:moveTo>
                  <a:lnTo>
                    <a:pt x="915643" y="0"/>
                  </a:lnTo>
                  <a:cubicBezTo>
                    <a:pt x="921412" y="0"/>
                    <a:pt x="926945" y="2292"/>
                    <a:pt x="931024" y="6371"/>
                  </a:cubicBezTo>
                  <a:cubicBezTo>
                    <a:pt x="935103" y="10450"/>
                    <a:pt x="937395" y="15983"/>
                    <a:pt x="937395" y="21752"/>
                  </a:cubicBezTo>
                  <a:lnTo>
                    <a:pt x="937395" y="381606"/>
                  </a:lnTo>
                  <a:cubicBezTo>
                    <a:pt x="937395" y="393619"/>
                    <a:pt x="927656" y="403358"/>
                    <a:pt x="915643" y="403358"/>
                  </a:cubicBezTo>
                  <a:lnTo>
                    <a:pt x="21752" y="403358"/>
                  </a:lnTo>
                  <a:cubicBezTo>
                    <a:pt x="15983" y="403358"/>
                    <a:pt x="10450" y="401066"/>
                    <a:pt x="6371" y="396987"/>
                  </a:cubicBezTo>
                  <a:cubicBezTo>
                    <a:pt x="2292" y="392908"/>
                    <a:pt x="0" y="387375"/>
                    <a:pt x="0" y="381606"/>
                  </a:cubicBezTo>
                  <a:lnTo>
                    <a:pt x="0" y="21752"/>
                  </a:lnTo>
                  <a:cubicBezTo>
                    <a:pt x="0" y="15983"/>
                    <a:pt x="2292" y="10450"/>
                    <a:pt x="6371" y="6371"/>
                  </a:cubicBezTo>
                  <a:cubicBezTo>
                    <a:pt x="10450" y="2292"/>
                    <a:pt x="15983" y="0"/>
                    <a:pt x="21752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37395" cy="47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1651" y="7034792"/>
            <a:ext cx="3559172" cy="1531500"/>
            <a:chOff x="0" y="0"/>
            <a:chExt cx="937395" cy="4033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7395" cy="403358"/>
            </a:xfrm>
            <a:custGeom>
              <a:avLst/>
              <a:gdLst/>
              <a:ahLst/>
              <a:cxnLst/>
              <a:rect r="r" b="b" t="t" l="l"/>
              <a:pathLst>
                <a:path h="403358" w="937395">
                  <a:moveTo>
                    <a:pt x="21752" y="0"/>
                  </a:moveTo>
                  <a:lnTo>
                    <a:pt x="915643" y="0"/>
                  </a:lnTo>
                  <a:cubicBezTo>
                    <a:pt x="921412" y="0"/>
                    <a:pt x="926945" y="2292"/>
                    <a:pt x="931024" y="6371"/>
                  </a:cubicBezTo>
                  <a:cubicBezTo>
                    <a:pt x="935103" y="10450"/>
                    <a:pt x="937395" y="15983"/>
                    <a:pt x="937395" y="21752"/>
                  </a:cubicBezTo>
                  <a:lnTo>
                    <a:pt x="937395" y="381606"/>
                  </a:lnTo>
                  <a:cubicBezTo>
                    <a:pt x="937395" y="393619"/>
                    <a:pt x="927656" y="403358"/>
                    <a:pt x="915643" y="403358"/>
                  </a:cubicBezTo>
                  <a:lnTo>
                    <a:pt x="21752" y="403358"/>
                  </a:lnTo>
                  <a:cubicBezTo>
                    <a:pt x="15983" y="403358"/>
                    <a:pt x="10450" y="401066"/>
                    <a:pt x="6371" y="396987"/>
                  </a:cubicBezTo>
                  <a:cubicBezTo>
                    <a:pt x="2292" y="392908"/>
                    <a:pt x="0" y="387375"/>
                    <a:pt x="0" y="381606"/>
                  </a:cubicBezTo>
                  <a:lnTo>
                    <a:pt x="0" y="21752"/>
                  </a:lnTo>
                  <a:cubicBezTo>
                    <a:pt x="0" y="15983"/>
                    <a:pt x="2292" y="10450"/>
                    <a:pt x="6371" y="6371"/>
                  </a:cubicBezTo>
                  <a:cubicBezTo>
                    <a:pt x="10450" y="2292"/>
                    <a:pt x="15983" y="0"/>
                    <a:pt x="21752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37395" cy="47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18128" y="7034792"/>
            <a:ext cx="3559172" cy="1531500"/>
            <a:chOff x="0" y="0"/>
            <a:chExt cx="937395" cy="4033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7395" cy="403358"/>
            </a:xfrm>
            <a:custGeom>
              <a:avLst/>
              <a:gdLst/>
              <a:ahLst/>
              <a:cxnLst/>
              <a:rect r="r" b="b" t="t" l="l"/>
              <a:pathLst>
                <a:path h="403358" w="937395">
                  <a:moveTo>
                    <a:pt x="21752" y="0"/>
                  </a:moveTo>
                  <a:lnTo>
                    <a:pt x="915643" y="0"/>
                  </a:lnTo>
                  <a:cubicBezTo>
                    <a:pt x="921412" y="0"/>
                    <a:pt x="926945" y="2292"/>
                    <a:pt x="931024" y="6371"/>
                  </a:cubicBezTo>
                  <a:cubicBezTo>
                    <a:pt x="935103" y="10450"/>
                    <a:pt x="937395" y="15983"/>
                    <a:pt x="937395" y="21752"/>
                  </a:cubicBezTo>
                  <a:lnTo>
                    <a:pt x="937395" y="381606"/>
                  </a:lnTo>
                  <a:cubicBezTo>
                    <a:pt x="937395" y="393619"/>
                    <a:pt x="927656" y="403358"/>
                    <a:pt x="915643" y="403358"/>
                  </a:cubicBezTo>
                  <a:lnTo>
                    <a:pt x="21752" y="403358"/>
                  </a:lnTo>
                  <a:cubicBezTo>
                    <a:pt x="15983" y="403358"/>
                    <a:pt x="10450" y="401066"/>
                    <a:pt x="6371" y="396987"/>
                  </a:cubicBezTo>
                  <a:cubicBezTo>
                    <a:pt x="2292" y="392908"/>
                    <a:pt x="0" y="387375"/>
                    <a:pt x="0" y="381606"/>
                  </a:cubicBezTo>
                  <a:lnTo>
                    <a:pt x="0" y="21752"/>
                  </a:lnTo>
                  <a:cubicBezTo>
                    <a:pt x="0" y="15983"/>
                    <a:pt x="2292" y="10450"/>
                    <a:pt x="6371" y="6371"/>
                  </a:cubicBezTo>
                  <a:cubicBezTo>
                    <a:pt x="10450" y="2292"/>
                    <a:pt x="15983" y="0"/>
                    <a:pt x="21752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37395" cy="47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10700" y="7034792"/>
            <a:ext cx="3559172" cy="1531500"/>
            <a:chOff x="0" y="0"/>
            <a:chExt cx="937395" cy="4033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7395" cy="403358"/>
            </a:xfrm>
            <a:custGeom>
              <a:avLst/>
              <a:gdLst/>
              <a:ahLst/>
              <a:cxnLst/>
              <a:rect r="r" b="b" t="t" l="l"/>
              <a:pathLst>
                <a:path h="403358" w="937395">
                  <a:moveTo>
                    <a:pt x="21752" y="0"/>
                  </a:moveTo>
                  <a:lnTo>
                    <a:pt x="915643" y="0"/>
                  </a:lnTo>
                  <a:cubicBezTo>
                    <a:pt x="921412" y="0"/>
                    <a:pt x="926945" y="2292"/>
                    <a:pt x="931024" y="6371"/>
                  </a:cubicBezTo>
                  <a:cubicBezTo>
                    <a:pt x="935103" y="10450"/>
                    <a:pt x="937395" y="15983"/>
                    <a:pt x="937395" y="21752"/>
                  </a:cubicBezTo>
                  <a:lnTo>
                    <a:pt x="937395" y="381606"/>
                  </a:lnTo>
                  <a:cubicBezTo>
                    <a:pt x="937395" y="393619"/>
                    <a:pt x="927656" y="403358"/>
                    <a:pt x="915643" y="403358"/>
                  </a:cubicBezTo>
                  <a:lnTo>
                    <a:pt x="21752" y="403358"/>
                  </a:lnTo>
                  <a:cubicBezTo>
                    <a:pt x="15983" y="403358"/>
                    <a:pt x="10450" y="401066"/>
                    <a:pt x="6371" y="396987"/>
                  </a:cubicBezTo>
                  <a:cubicBezTo>
                    <a:pt x="2292" y="392908"/>
                    <a:pt x="0" y="387375"/>
                    <a:pt x="0" y="381606"/>
                  </a:cubicBezTo>
                  <a:lnTo>
                    <a:pt x="0" y="21752"/>
                  </a:lnTo>
                  <a:cubicBezTo>
                    <a:pt x="0" y="15983"/>
                    <a:pt x="2292" y="10450"/>
                    <a:pt x="6371" y="6371"/>
                  </a:cubicBezTo>
                  <a:cubicBezTo>
                    <a:pt x="10450" y="2292"/>
                    <a:pt x="15983" y="0"/>
                    <a:pt x="21752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37395" cy="47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507177" y="7034792"/>
            <a:ext cx="3559172" cy="1531500"/>
            <a:chOff x="0" y="0"/>
            <a:chExt cx="937395" cy="4033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7395" cy="403358"/>
            </a:xfrm>
            <a:custGeom>
              <a:avLst/>
              <a:gdLst/>
              <a:ahLst/>
              <a:cxnLst/>
              <a:rect r="r" b="b" t="t" l="l"/>
              <a:pathLst>
                <a:path h="403358" w="937395">
                  <a:moveTo>
                    <a:pt x="21752" y="0"/>
                  </a:moveTo>
                  <a:lnTo>
                    <a:pt x="915643" y="0"/>
                  </a:lnTo>
                  <a:cubicBezTo>
                    <a:pt x="921412" y="0"/>
                    <a:pt x="926945" y="2292"/>
                    <a:pt x="931024" y="6371"/>
                  </a:cubicBezTo>
                  <a:cubicBezTo>
                    <a:pt x="935103" y="10450"/>
                    <a:pt x="937395" y="15983"/>
                    <a:pt x="937395" y="21752"/>
                  </a:cubicBezTo>
                  <a:lnTo>
                    <a:pt x="937395" y="381606"/>
                  </a:lnTo>
                  <a:cubicBezTo>
                    <a:pt x="937395" y="393619"/>
                    <a:pt x="927656" y="403358"/>
                    <a:pt x="915643" y="403358"/>
                  </a:cubicBezTo>
                  <a:lnTo>
                    <a:pt x="21752" y="403358"/>
                  </a:lnTo>
                  <a:cubicBezTo>
                    <a:pt x="15983" y="403358"/>
                    <a:pt x="10450" y="401066"/>
                    <a:pt x="6371" y="396987"/>
                  </a:cubicBezTo>
                  <a:cubicBezTo>
                    <a:pt x="2292" y="392908"/>
                    <a:pt x="0" y="387375"/>
                    <a:pt x="0" y="381606"/>
                  </a:cubicBezTo>
                  <a:lnTo>
                    <a:pt x="0" y="21752"/>
                  </a:lnTo>
                  <a:cubicBezTo>
                    <a:pt x="0" y="15983"/>
                    <a:pt x="2292" y="10450"/>
                    <a:pt x="6371" y="6371"/>
                  </a:cubicBezTo>
                  <a:cubicBezTo>
                    <a:pt x="10450" y="2292"/>
                    <a:pt x="15983" y="0"/>
                    <a:pt x="21752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37395" cy="470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40159" y="5463793"/>
            <a:ext cx="312215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 for blur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36636" y="5463793"/>
            <a:ext cx="312215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 for confetti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9208" y="5463793"/>
            <a:ext cx="312215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 for a drumroll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25685" y="5463793"/>
            <a:ext cx="312215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 for a mic drop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0159" y="7581466"/>
            <a:ext cx="312215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 for bubbles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36636" y="7581466"/>
            <a:ext cx="312215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Q for quiet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29208" y="7581466"/>
            <a:ext cx="312215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 for unveil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14479" y="7371916"/>
            <a:ext cx="334456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Any number from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0-9 for a timer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62596" y="1186805"/>
            <a:ext cx="11162807" cy="111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sz="6500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Resource Page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38905" y="2545393"/>
            <a:ext cx="881019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Find the magic in presenting. Select these keys while in Present mode. Delete or hide this page before presenting.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DAGz8hPzADE</dc:identifier>
  <dcterms:modified xsi:type="dcterms:W3CDTF">2011-08-01T06:04:30Z</dcterms:modified>
  <cp:revision>1</cp:revision>
  <dc:title>Copy of Cybersecurity Seminar Slides</dc:title>
</cp:coreProperties>
</file>